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8" r:id="rId2"/>
    <p:sldId id="269" r:id="rId3"/>
    <p:sldId id="258" r:id="rId4"/>
    <p:sldId id="259" r:id="rId5"/>
    <p:sldId id="273" r:id="rId6"/>
    <p:sldId id="271" r:id="rId7"/>
    <p:sldId id="274" r:id="rId8"/>
    <p:sldId id="266" r:id="rId9"/>
    <p:sldId id="283" r:id="rId10"/>
    <p:sldId id="289" r:id="rId11"/>
    <p:sldId id="290" r:id="rId12"/>
    <p:sldId id="291" r:id="rId13"/>
    <p:sldId id="292" r:id="rId14"/>
    <p:sldId id="293" r:id="rId15"/>
    <p:sldId id="288" r:id="rId16"/>
    <p:sldId id="270"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AE0B78-6C94-4A6F-879C-64FD0CB0C193}" v="39" dt="2025-11-27T16:44:37.7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338" autoAdjust="0"/>
    <p:restoredTop sz="95033" autoAdjust="0"/>
  </p:normalViewPr>
  <p:slideViewPr>
    <p:cSldViewPr snapToGrid="0">
      <p:cViewPr varScale="1">
        <p:scale>
          <a:sx n="82" d="100"/>
          <a:sy n="82" d="100"/>
        </p:scale>
        <p:origin x="2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 Patil" userId="245adccd63882382" providerId="LiveId" clId="{17ABE9CC-99EC-4786-9D29-E984B95C4213}"/>
    <pc:docChg chg="undo custSel addSld delSld modSld">
      <pc:chgData name="Ram Patil" userId="245adccd63882382" providerId="LiveId" clId="{17ABE9CC-99EC-4786-9D29-E984B95C4213}" dt="2025-11-27T16:44:43.470" v="626" actId="2696"/>
      <pc:docMkLst>
        <pc:docMk/>
      </pc:docMkLst>
      <pc:sldChg chg="addSp delSp modSp mod">
        <pc:chgData name="Ram Patil" userId="245adccd63882382" providerId="LiveId" clId="{17ABE9CC-99EC-4786-9D29-E984B95C4213}" dt="2025-11-27T16:18:32.205" v="294" actId="1076"/>
        <pc:sldMkLst>
          <pc:docMk/>
          <pc:sldMk cId="816819031" sldId="266"/>
        </pc:sldMkLst>
        <pc:spChg chg="mod">
          <ac:chgData name="Ram Patil" userId="245adccd63882382" providerId="LiveId" clId="{17ABE9CC-99EC-4786-9D29-E984B95C4213}" dt="2025-11-27T16:18:06.095" v="291" actId="1076"/>
          <ac:spMkLst>
            <pc:docMk/>
            <pc:sldMk cId="816819031" sldId="266"/>
            <ac:spMk id="2" creationId="{00000000-0000-0000-0000-000000000000}"/>
          </ac:spMkLst>
        </pc:spChg>
        <pc:spChg chg="add mod">
          <ac:chgData name="Ram Patil" userId="245adccd63882382" providerId="LiveId" clId="{17ABE9CC-99EC-4786-9D29-E984B95C4213}" dt="2025-11-27T16:16:51.050" v="281"/>
          <ac:spMkLst>
            <pc:docMk/>
            <pc:sldMk cId="816819031" sldId="266"/>
            <ac:spMk id="3" creationId="{BD4A83C9-E680-FD92-5AE2-0092C840C574}"/>
          </ac:spMkLst>
        </pc:spChg>
        <pc:spChg chg="del mod">
          <ac:chgData name="Ram Patil" userId="245adccd63882382" providerId="LiveId" clId="{17ABE9CC-99EC-4786-9D29-E984B95C4213}" dt="2025-11-27T16:17:41.954" v="286" actId="478"/>
          <ac:spMkLst>
            <pc:docMk/>
            <pc:sldMk cId="816819031" sldId="266"/>
            <ac:spMk id="4" creationId="{00000000-0000-0000-0000-000000000000}"/>
          </ac:spMkLst>
        </pc:spChg>
        <pc:spChg chg="mod">
          <ac:chgData name="Ram Patil" userId="245adccd63882382" providerId="LiveId" clId="{17ABE9CC-99EC-4786-9D29-E984B95C4213}" dt="2025-11-27T16:18:14.628" v="292" actId="2710"/>
          <ac:spMkLst>
            <pc:docMk/>
            <pc:sldMk cId="816819031" sldId="266"/>
            <ac:spMk id="6" creationId="{00000000-0000-0000-0000-000000000000}"/>
          </ac:spMkLst>
        </pc:spChg>
        <pc:spChg chg="del mod">
          <ac:chgData name="Ram Patil" userId="245adccd63882382" providerId="LiveId" clId="{17ABE9CC-99EC-4786-9D29-E984B95C4213}" dt="2025-11-27T16:17:48.436" v="288" actId="478"/>
          <ac:spMkLst>
            <pc:docMk/>
            <pc:sldMk cId="816819031" sldId="266"/>
            <ac:spMk id="9" creationId="{00000000-0000-0000-0000-000000000000}"/>
          </ac:spMkLst>
        </pc:spChg>
        <pc:cxnChg chg="mod">
          <ac:chgData name="Ram Patil" userId="245adccd63882382" providerId="LiveId" clId="{17ABE9CC-99EC-4786-9D29-E984B95C4213}" dt="2025-11-27T16:18:26.179" v="293" actId="1076"/>
          <ac:cxnSpMkLst>
            <pc:docMk/>
            <pc:sldMk cId="816819031" sldId="266"/>
            <ac:cxnSpMk id="5" creationId="{B2145B7F-C0FC-8073-E378-A5070E519BEC}"/>
          </ac:cxnSpMkLst>
        </pc:cxnChg>
        <pc:cxnChg chg="mod">
          <ac:chgData name="Ram Patil" userId="245adccd63882382" providerId="LiveId" clId="{17ABE9CC-99EC-4786-9D29-E984B95C4213}" dt="2025-11-27T16:18:32.205" v="294" actId="1076"/>
          <ac:cxnSpMkLst>
            <pc:docMk/>
            <pc:sldMk cId="816819031" sldId="266"/>
            <ac:cxnSpMk id="8" creationId="{8F7DE8B3-84C9-1DD7-376E-25472FD8A50F}"/>
          </ac:cxnSpMkLst>
        </pc:cxnChg>
      </pc:sldChg>
      <pc:sldChg chg="addSp modSp mod">
        <pc:chgData name="Ram Patil" userId="245adccd63882382" providerId="LiveId" clId="{17ABE9CC-99EC-4786-9D29-E984B95C4213}" dt="2025-11-27T15:52:22.563" v="4" actId="14100"/>
        <pc:sldMkLst>
          <pc:docMk/>
          <pc:sldMk cId="2565054644" sldId="274"/>
        </pc:sldMkLst>
        <pc:picChg chg="add mod">
          <ac:chgData name="Ram Patil" userId="245adccd63882382" providerId="LiveId" clId="{17ABE9CC-99EC-4786-9D29-E984B95C4213}" dt="2025-11-27T15:52:22.563" v="4" actId="14100"/>
          <ac:picMkLst>
            <pc:docMk/>
            <pc:sldMk cId="2565054644" sldId="274"/>
            <ac:picMk id="6" creationId="{360B7336-A18E-9DF5-ABF2-F876F8D82B56}"/>
          </ac:picMkLst>
        </pc:picChg>
      </pc:sldChg>
      <pc:sldChg chg="addSp modSp del mod">
        <pc:chgData name="Ram Patil" userId="245adccd63882382" providerId="LiveId" clId="{17ABE9CC-99EC-4786-9D29-E984B95C4213}" dt="2025-11-27T16:43:58.624" v="620" actId="2696"/>
        <pc:sldMkLst>
          <pc:docMk/>
          <pc:sldMk cId="2600478311" sldId="278"/>
        </pc:sldMkLst>
        <pc:spChg chg="mod">
          <ac:chgData name="Ram Patil" userId="245adccd63882382" providerId="LiveId" clId="{17ABE9CC-99EC-4786-9D29-E984B95C4213}" dt="2025-11-27T16:13:31.622" v="263" actId="1076"/>
          <ac:spMkLst>
            <pc:docMk/>
            <pc:sldMk cId="2600478311" sldId="278"/>
            <ac:spMk id="2" creationId="{00000000-0000-0000-0000-000000000000}"/>
          </ac:spMkLst>
        </pc:spChg>
        <pc:picChg chg="add mod">
          <ac:chgData name="Ram Patil" userId="245adccd63882382" providerId="LiveId" clId="{17ABE9CC-99EC-4786-9D29-E984B95C4213}" dt="2025-11-27T16:38:41.484" v="614" actId="1076"/>
          <ac:picMkLst>
            <pc:docMk/>
            <pc:sldMk cId="2600478311" sldId="278"/>
            <ac:picMk id="4" creationId="{57940DB8-33BE-47C9-2B5B-D0B02F8E183F}"/>
          </ac:picMkLst>
        </pc:picChg>
      </pc:sldChg>
      <pc:sldChg chg="addSp modSp del mod">
        <pc:chgData name="Ram Patil" userId="245adccd63882382" providerId="LiveId" clId="{17ABE9CC-99EC-4786-9D29-E984B95C4213}" dt="2025-11-27T16:44:14.725" v="622" actId="2696"/>
        <pc:sldMkLst>
          <pc:docMk/>
          <pc:sldMk cId="179971388" sldId="280"/>
        </pc:sldMkLst>
        <pc:picChg chg="add mod">
          <ac:chgData name="Ram Patil" userId="245adccd63882382" providerId="LiveId" clId="{17ABE9CC-99EC-4786-9D29-E984B95C4213}" dt="2025-11-27T16:14:46.074" v="276" actId="14100"/>
          <ac:picMkLst>
            <pc:docMk/>
            <pc:sldMk cId="179971388" sldId="280"/>
            <ac:picMk id="3" creationId="{924EA02E-89C7-0F81-06B3-46E41B7254FD}"/>
          </ac:picMkLst>
        </pc:picChg>
      </pc:sldChg>
      <pc:sldChg chg="addSp modSp del mod">
        <pc:chgData name="Ram Patil" userId="245adccd63882382" providerId="LiveId" clId="{17ABE9CC-99EC-4786-9D29-E984B95C4213}" dt="2025-11-27T16:37:00.586" v="600" actId="2696"/>
        <pc:sldMkLst>
          <pc:docMk/>
          <pc:sldMk cId="3995982075" sldId="281"/>
        </pc:sldMkLst>
        <pc:spChg chg="mod">
          <ac:chgData name="Ram Patil" userId="245adccd63882382" providerId="LiveId" clId="{17ABE9CC-99EC-4786-9D29-E984B95C4213}" dt="2025-11-27T16:00:53.705" v="19" actId="1076"/>
          <ac:spMkLst>
            <pc:docMk/>
            <pc:sldMk cId="3995982075" sldId="281"/>
            <ac:spMk id="8" creationId="{00000000-0000-0000-0000-000000000000}"/>
          </ac:spMkLst>
        </pc:spChg>
        <pc:spChg chg="mod">
          <ac:chgData name="Ram Patil" userId="245adccd63882382" providerId="LiveId" clId="{17ABE9CC-99EC-4786-9D29-E984B95C4213}" dt="2025-11-27T16:09:55.687" v="248" actId="20577"/>
          <ac:spMkLst>
            <pc:docMk/>
            <pc:sldMk cId="3995982075" sldId="281"/>
            <ac:spMk id="13" creationId="{00000000-0000-0000-0000-000000000000}"/>
          </ac:spMkLst>
        </pc:spChg>
        <pc:picChg chg="add mod">
          <ac:chgData name="Ram Patil" userId="245adccd63882382" providerId="LiveId" clId="{17ABE9CC-99EC-4786-9D29-E984B95C4213}" dt="2025-11-27T15:59:41.354" v="16" actId="1076"/>
          <ac:picMkLst>
            <pc:docMk/>
            <pc:sldMk cId="3995982075" sldId="281"/>
            <ac:picMk id="3" creationId="{A22EFA15-2646-BC0B-430A-667D8BEBF769}"/>
          </ac:picMkLst>
        </pc:picChg>
      </pc:sldChg>
      <pc:sldChg chg="addSp modSp new del mod">
        <pc:chgData name="Ram Patil" userId="245adccd63882382" providerId="LiveId" clId="{17ABE9CC-99EC-4786-9D29-E984B95C4213}" dt="2025-11-27T16:38:54.391" v="615" actId="2696"/>
        <pc:sldMkLst>
          <pc:docMk/>
          <pc:sldMk cId="392224936" sldId="282"/>
        </pc:sldMkLst>
        <pc:spChg chg="mod">
          <ac:chgData name="Ram Patil" userId="245adccd63882382" providerId="LiveId" clId="{17ABE9CC-99EC-4786-9D29-E984B95C4213}" dt="2025-11-27T16:08:46.007" v="239" actId="20577"/>
          <ac:spMkLst>
            <pc:docMk/>
            <pc:sldMk cId="392224936" sldId="282"/>
            <ac:spMk id="2" creationId="{9F2D3F16-2C8E-FADE-0C40-475B9D802D39}"/>
          </ac:spMkLst>
        </pc:spChg>
        <pc:spChg chg="add mod">
          <ac:chgData name="Ram Patil" userId="245adccd63882382" providerId="LiveId" clId="{17ABE9CC-99EC-4786-9D29-E984B95C4213}" dt="2025-11-27T16:06:14.884" v="141"/>
          <ac:spMkLst>
            <pc:docMk/>
            <pc:sldMk cId="392224936" sldId="282"/>
            <ac:spMk id="18" creationId="{33205190-BA64-6D26-41F0-D1F21A7CA3CF}"/>
          </ac:spMkLst>
        </pc:spChg>
        <pc:picChg chg="add mod">
          <ac:chgData name="Ram Patil" userId="245adccd63882382" providerId="LiveId" clId="{17ABE9CC-99EC-4786-9D29-E984B95C4213}" dt="2025-11-27T16:03:08.668" v="131" actId="931"/>
          <ac:picMkLst>
            <pc:docMk/>
            <pc:sldMk cId="392224936" sldId="282"/>
            <ac:picMk id="5" creationId="{214E9658-43E6-45EB-A265-87938E489DE9}"/>
          </ac:picMkLst>
        </pc:picChg>
        <pc:picChg chg="add mod">
          <ac:chgData name="Ram Patil" userId="245adccd63882382" providerId="LiveId" clId="{17ABE9CC-99EC-4786-9D29-E984B95C4213}" dt="2025-11-27T16:03:23.935" v="132" actId="931"/>
          <ac:picMkLst>
            <pc:docMk/>
            <pc:sldMk cId="392224936" sldId="282"/>
            <ac:picMk id="7" creationId="{F5A0FC5D-6C2E-4C8D-EA3C-889FE9DC9552}"/>
          </ac:picMkLst>
        </pc:picChg>
        <pc:picChg chg="add mod">
          <ac:chgData name="Ram Patil" userId="245adccd63882382" providerId="LiveId" clId="{17ABE9CC-99EC-4786-9D29-E984B95C4213}" dt="2025-11-27T16:03:33.443" v="133" actId="931"/>
          <ac:picMkLst>
            <pc:docMk/>
            <pc:sldMk cId="392224936" sldId="282"/>
            <ac:picMk id="9" creationId="{57E324F8-B510-8971-F7FD-42A3A9880A1A}"/>
          </ac:picMkLst>
        </pc:picChg>
        <pc:picChg chg="add mod">
          <ac:chgData name="Ram Patil" userId="245adccd63882382" providerId="LiveId" clId="{17ABE9CC-99EC-4786-9D29-E984B95C4213}" dt="2025-11-27T16:03:47.636" v="134" actId="931"/>
          <ac:picMkLst>
            <pc:docMk/>
            <pc:sldMk cId="392224936" sldId="282"/>
            <ac:picMk id="11" creationId="{581E87B1-DEB5-8677-7DB2-D5EC8F21DFF9}"/>
          </ac:picMkLst>
        </pc:picChg>
        <pc:picChg chg="add mod">
          <ac:chgData name="Ram Patil" userId="245adccd63882382" providerId="LiveId" clId="{17ABE9CC-99EC-4786-9D29-E984B95C4213}" dt="2025-11-27T16:03:56.680" v="135" actId="931"/>
          <ac:picMkLst>
            <pc:docMk/>
            <pc:sldMk cId="392224936" sldId="282"/>
            <ac:picMk id="13" creationId="{E68E0F9A-89EC-9FCF-A8BC-47076D892B5F}"/>
          </ac:picMkLst>
        </pc:picChg>
        <pc:picChg chg="add mod">
          <ac:chgData name="Ram Patil" userId="245adccd63882382" providerId="LiveId" clId="{17ABE9CC-99EC-4786-9D29-E984B95C4213}" dt="2025-11-27T16:04:11.876" v="136" actId="931"/>
          <ac:picMkLst>
            <pc:docMk/>
            <pc:sldMk cId="392224936" sldId="282"/>
            <ac:picMk id="15" creationId="{74E4A219-C6F4-A0E3-F1BF-BE5C175F501A}"/>
          </ac:picMkLst>
        </pc:picChg>
        <pc:picChg chg="add mod">
          <ac:chgData name="Ram Patil" userId="245adccd63882382" providerId="LiveId" clId="{17ABE9CC-99EC-4786-9D29-E984B95C4213}" dt="2025-11-27T16:05:17.668" v="140" actId="14100"/>
          <ac:picMkLst>
            <pc:docMk/>
            <pc:sldMk cId="392224936" sldId="282"/>
            <ac:picMk id="17" creationId="{8A0D8441-D750-8393-8680-A58B5E80D379}"/>
          </ac:picMkLst>
        </pc:picChg>
        <pc:cxnChg chg="add mod">
          <ac:chgData name="Ram Patil" userId="245adccd63882382" providerId="LiveId" clId="{17ABE9CC-99EC-4786-9D29-E984B95C4213}" dt="2025-11-27T16:19:31.090" v="380"/>
          <ac:cxnSpMkLst>
            <pc:docMk/>
            <pc:sldMk cId="392224936" sldId="282"/>
            <ac:cxnSpMk id="19" creationId="{130A800D-283F-390C-AE15-27A629DCDE7B}"/>
          </ac:cxnSpMkLst>
        </pc:cxnChg>
      </pc:sldChg>
      <pc:sldChg chg="addSp modSp new mod">
        <pc:chgData name="Ram Patil" userId="245adccd63882382" providerId="LiveId" clId="{17ABE9CC-99EC-4786-9D29-E984B95C4213}" dt="2025-11-27T16:19:21.831" v="379" actId="1076"/>
        <pc:sldMkLst>
          <pc:docMk/>
          <pc:sldMk cId="691621027" sldId="283"/>
        </pc:sldMkLst>
        <pc:spChg chg="mod">
          <ac:chgData name="Ram Patil" userId="245adccd63882382" providerId="LiveId" clId="{17ABE9CC-99EC-4786-9D29-E984B95C4213}" dt="2025-11-27T16:19:03.325" v="377" actId="20577"/>
          <ac:spMkLst>
            <pc:docMk/>
            <pc:sldMk cId="691621027" sldId="283"/>
            <ac:spMk id="2" creationId="{60463F3A-53AE-4680-7631-FAD76AEE47EF}"/>
          </ac:spMkLst>
        </pc:spChg>
        <pc:spChg chg="add mod">
          <ac:chgData name="Ram Patil" userId="245adccd63882382" providerId="LiveId" clId="{17ABE9CC-99EC-4786-9D29-E984B95C4213}" dt="2025-11-27T16:17:30.928" v="284" actId="1076"/>
          <ac:spMkLst>
            <pc:docMk/>
            <pc:sldMk cId="691621027" sldId="283"/>
            <ac:spMk id="4" creationId="{B17DB07F-9614-4CDC-90DE-CF52F91F54D5}"/>
          </ac:spMkLst>
        </pc:spChg>
        <pc:spChg chg="add mod">
          <ac:chgData name="Ram Patil" userId="245adccd63882382" providerId="LiveId" clId="{17ABE9CC-99EC-4786-9D29-E984B95C4213}" dt="2025-11-27T16:17:36.014" v="285" actId="1076"/>
          <ac:spMkLst>
            <pc:docMk/>
            <pc:sldMk cId="691621027" sldId="283"/>
            <ac:spMk id="5" creationId="{60B703AD-C89F-617A-57FC-CDF833882048}"/>
          </ac:spMkLst>
        </pc:spChg>
        <pc:cxnChg chg="add mod">
          <ac:chgData name="Ram Patil" userId="245adccd63882382" providerId="LiveId" clId="{17ABE9CC-99EC-4786-9D29-E984B95C4213}" dt="2025-11-27T16:19:21.831" v="379" actId="1076"/>
          <ac:cxnSpMkLst>
            <pc:docMk/>
            <pc:sldMk cId="691621027" sldId="283"/>
            <ac:cxnSpMk id="6" creationId="{6B32DAB9-91F9-D786-0DE3-BFF847A330F5}"/>
          </ac:cxnSpMkLst>
        </pc:cxnChg>
      </pc:sldChg>
      <pc:sldChg chg="addSp delSp modSp new del mod">
        <pc:chgData name="Ram Patil" userId="245adccd63882382" providerId="LiveId" clId="{17ABE9CC-99EC-4786-9D29-E984B95C4213}" dt="2025-11-27T16:13:19.300" v="262" actId="2696"/>
        <pc:sldMkLst>
          <pc:docMk/>
          <pc:sldMk cId="702222323" sldId="283"/>
        </pc:sldMkLst>
        <pc:picChg chg="add del mod">
          <ac:chgData name="Ram Patil" userId="245adccd63882382" providerId="LiveId" clId="{17ABE9CC-99EC-4786-9D29-E984B95C4213}" dt="2025-11-27T16:13:15.082" v="261" actId="478"/>
          <ac:picMkLst>
            <pc:docMk/>
            <pc:sldMk cId="702222323" sldId="283"/>
            <ac:picMk id="5" creationId="{302C8E40-4BD8-27A9-649D-1E3EF34A7A61}"/>
          </ac:picMkLst>
        </pc:picChg>
      </pc:sldChg>
      <pc:sldChg chg="addSp modSp new del mod">
        <pc:chgData name="Ram Patil" userId="245adccd63882382" providerId="LiveId" clId="{17ABE9CC-99EC-4786-9D29-E984B95C4213}" dt="2025-11-27T16:44:43.470" v="626" actId="2696"/>
        <pc:sldMkLst>
          <pc:docMk/>
          <pc:sldMk cId="972123343" sldId="284"/>
        </pc:sldMkLst>
        <pc:spChg chg="mod">
          <ac:chgData name="Ram Patil" userId="245adccd63882382" providerId="LiveId" clId="{17ABE9CC-99EC-4786-9D29-E984B95C4213}" dt="2025-11-27T16:21:38.910" v="475" actId="20577"/>
          <ac:spMkLst>
            <pc:docMk/>
            <pc:sldMk cId="972123343" sldId="284"/>
            <ac:spMk id="2" creationId="{CF6DED82-65F1-B99C-8471-F35277F211EF}"/>
          </ac:spMkLst>
        </pc:spChg>
        <pc:picChg chg="add mod">
          <ac:chgData name="Ram Patil" userId="245adccd63882382" providerId="LiveId" clId="{17ABE9CC-99EC-4786-9D29-E984B95C4213}" dt="2025-11-27T16:21:11.647" v="386" actId="14100"/>
          <ac:picMkLst>
            <pc:docMk/>
            <pc:sldMk cId="972123343" sldId="284"/>
            <ac:picMk id="5" creationId="{E758A23B-03ED-7EBE-1C7A-009101D2ACEE}"/>
          </ac:picMkLst>
        </pc:picChg>
      </pc:sldChg>
      <pc:sldChg chg="addSp modSp new del mod">
        <pc:chgData name="Ram Patil" userId="245adccd63882382" providerId="LiveId" clId="{17ABE9CC-99EC-4786-9D29-E984B95C4213}" dt="2025-11-27T16:44:29.040" v="624" actId="2696"/>
        <pc:sldMkLst>
          <pc:docMk/>
          <pc:sldMk cId="710249032" sldId="285"/>
        </pc:sldMkLst>
        <pc:spChg chg="mod">
          <ac:chgData name="Ram Patil" userId="245adccd63882382" providerId="LiveId" clId="{17ABE9CC-99EC-4786-9D29-E984B95C4213}" dt="2025-11-27T16:22:31.834" v="596" actId="20577"/>
          <ac:spMkLst>
            <pc:docMk/>
            <pc:sldMk cId="710249032" sldId="285"/>
            <ac:spMk id="2" creationId="{D13E313C-22FD-3B20-F63F-38557ABAFA0E}"/>
          </ac:spMkLst>
        </pc:spChg>
        <pc:picChg chg="add mod">
          <ac:chgData name="Ram Patil" userId="245adccd63882382" providerId="LiveId" clId="{17ABE9CC-99EC-4786-9D29-E984B95C4213}" dt="2025-11-27T16:22:10.896" v="481" actId="14100"/>
          <ac:picMkLst>
            <pc:docMk/>
            <pc:sldMk cId="710249032" sldId="285"/>
            <ac:picMk id="5" creationId="{76F4B48B-AEE6-18DC-452C-9243796EBE3D}"/>
          </ac:picMkLst>
        </pc:picChg>
      </pc:sldChg>
      <pc:sldChg chg="new del">
        <pc:chgData name="Ram Patil" userId="245adccd63882382" providerId="LiveId" clId="{17ABE9CC-99EC-4786-9D29-E984B95C4213}" dt="2025-11-27T16:36:51.183" v="599" actId="2696"/>
        <pc:sldMkLst>
          <pc:docMk/>
          <pc:sldMk cId="3671202734" sldId="286"/>
        </pc:sldMkLst>
      </pc:sldChg>
      <pc:sldChg chg="addSp delSp modSp add del mod chgLayout">
        <pc:chgData name="Ram Patil" userId="245adccd63882382" providerId="LiveId" clId="{17ABE9CC-99EC-4786-9D29-E984B95C4213}" dt="2025-11-27T16:38:33.912" v="613" actId="2696"/>
        <pc:sldMkLst>
          <pc:docMk/>
          <pc:sldMk cId="4142266223" sldId="287"/>
        </pc:sldMkLst>
        <pc:spChg chg="add del mod">
          <ac:chgData name="Ram Patil" userId="245adccd63882382" providerId="LiveId" clId="{17ABE9CC-99EC-4786-9D29-E984B95C4213}" dt="2025-11-27T16:37:35.614" v="602" actId="6264"/>
          <ac:spMkLst>
            <pc:docMk/>
            <pc:sldMk cId="4142266223" sldId="287"/>
            <ac:spMk id="2" creationId="{BEFA0989-75A9-445D-EB87-C7CD0FF9406A}"/>
          </ac:spMkLst>
        </pc:spChg>
        <pc:spChg chg="mod ord">
          <ac:chgData name="Ram Patil" userId="245adccd63882382" providerId="LiveId" clId="{17ABE9CC-99EC-4786-9D29-E984B95C4213}" dt="2025-11-27T16:37:35.614" v="602" actId="6264"/>
          <ac:spMkLst>
            <pc:docMk/>
            <pc:sldMk cId="4142266223" sldId="287"/>
            <ac:spMk id="5" creationId="{8A41AE27-0F6A-FE3D-3422-D6D9D33FDBC0}"/>
          </ac:spMkLst>
        </pc:spChg>
        <pc:spChg chg="add del mod">
          <ac:chgData name="Ram Patil" userId="245adccd63882382" providerId="LiveId" clId="{17ABE9CC-99EC-4786-9D29-E984B95C4213}" dt="2025-11-27T16:37:35.614" v="602" actId="6264"/>
          <ac:spMkLst>
            <pc:docMk/>
            <pc:sldMk cId="4142266223" sldId="287"/>
            <ac:spMk id="6" creationId="{BBAFE87E-B55A-863E-0E93-15C354B933DA}"/>
          </ac:spMkLst>
        </pc:spChg>
        <pc:spChg chg="mod ord">
          <ac:chgData name="Ram Patil" userId="245adccd63882382" providerId="LiveId" clId="{17ABE9CC-99EC-4786-9D29-E984B95C4213}" dt="2025-11-27T16:38:10.037" v="611" actId="20577"/>
          <ac:spMkLst>
            <pc:docMk/>
            <pc:sldMk cId="4142266223" sldId="287"/>
            <ac:spMk id="8" creationId="{2C5A02CD-224B-1453-EB55-A81EB33C9F76}"/>
          </ac:spMkLst>
        </pc:spChg>
        <pc:cxnChg chg="mod">
          <ac:chgData name="Ram Patil" userId="245adccd63882382" providerId="LiveId" clId="{17ABE9CC-99EC-4786-9D29-E984B95C4213}" dt="2025-11-27T16:38:05.526" v="605" actId="1076"/>
          <ac:cxnSpMkLst>
            <pc:docMk/>
            <pc:sldMk cId="4142266223" sldId="287"/>
            <ac:cxnSpMk id="9" creationId="{5B3A8F6A-C841-AC84-A24D-741DCC81562A}"/>
          </ac:cxnSpMkLst>
        </pc:cxnChg>
      </pc:sldChg>
      <pc:sldChg chg="add">
        <pc:chgData name="Ram Patil" userId="245adccd63882382" providerId="LiveId" clId="{17ABE9CC-99EC-4786-9D29-E984B95C4213}" dt="2025-11-27T16:37:15.434" v="601"/>
        <pc:sldMkLst>
          <pc:docMk/>
          <pc:sldMk cId="405425686" sldId="288"/>
        </pc:sldMkLst>
      </pc:sldChg>
      <pc:sldChg chg="addSp add">
        <pc:chgData name="Ram Patil" userId="245adccd63882382" providerId="LiveId" clId="{17ABE9CC-99EC-4786-9D29-E984B95C4213}" dt="2025-11-27T16:43:17.594" v="618"/>
        <pc:sldMkLst>
          <pc:docMk/>
          <pc:sldMk cId="2891570697" sldId="289"/>
        </pc:sldMkLst>
        <pc:picChg chg="add">
          <ac:chgData name="Ram Patil" userId="245adccd63882382" providerId="LiveId" clId="{17ABE9CC-99EC-4786-9D29-E984B95C4213}" dt="2025-11-27T16:43:17.594" v="618"/>
          <ac:picMkLst>
            <pc:docMk/>
            <pc:sldMk cId="2891570697" sldId="289"/>
            <ac:picMk id="2" creationId="{19F5103A-ADA9-4339-64DB-A7279360E298}"/>
          </ac:picMkLst>
        </pc:picChg>
      </pc:sldChg>
      <pc:sldChg chg="add">
        <pc:chgData name="Ram Patil" userId="245adccd63882382" providerId="LiveId" clId="{17ABE9CC-99EC-4786-9D29-E984B95C4213}" dt="2025-11-27T16:43:29.999" v="619"/>
        <pc:sldMkLst>
          <pc:docMk/>
          <pc:sldMk cId="427088160" sldId="290"/>
        </pc:sldMkLst>
      </pc:sldChg>
      <pc:sldChg chg="add del">
        <pc:chgData name="Ram Patil" userId="245adccd63882382" providerId="LiveId" clId="{17ABE9CC-99EC-4786-9D29-E984B95C4213}" dt="2025-11-27T16:41:13.659" v="617"/>
        <pc:sldMkLst>
          <pc:docMk/>
          <pc:sldMk cId="1538401790" sldId="290"/>
        </pc:sldMkLst>
      </pc:sldChg>
      <pc:sldChg chg="add">
        <pc:chgData name="Ram Patil" userId="245adccd63882382" providerId="LiveId" clId="{17ABE9CC-99EC-4786-9D29-E984B95C4213}" dt="2025-11-27T16:44:06.519" v="621"/>
        <pc:sldMkLst>
          <pc:docMk/>
          <pc:sldMk cId="1546273465" sldId="291"/>
        </pc:sldMkLst>
      </pc:sldChg>
      <pc:sldChg chg="add">
        <pc:chgData name="Ram Patil" userId="245adccd63882382" providerId="LiveId" clId="{17ABE9CC-99EC-4786-9D29-E984B95C4213}" dt="2025-11-27T16:44:22.150" v="623"/>
        <pc:sldMkLst>
          <pc:docMk/>
          <pc:sldMk cId="1026363287" sldId="292"/>
        </pc:sldMkLst>
      </pc:sldChg>
      <pc:sldChg chg="add">
        <pc:chgData name="Ram Patil" userId="245adccd63882382" providerId="LiveId" clId="{17ABE9CC-99EC-4786-9D29-E984B95C4213}" dt="2025-11-27T16:44:37.757" v="625"/>
        <pc:sldMkLst>
          <pc:docMk/>
          <pc:sldMk cId="2779950975"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9B5EAF-09E3-41B0-81EE-B5E00F64688E}" type="datetimeFigureOut">
              <a:rPr lang="en-IN" smtClean="0"/>
              <a:t>27-11-2025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1E6EA-F658-4ED2-90A1-D4E56A75098C}" type="slidenum">
              <a:rPr lang="en-IN" smtClean="0"/>
              <a:t>‹#›</a:t>
            </a:fld>
            <a:endParaRPr lang="en-IN"/>
          </a:p>
        </p:txBody>
      </p:sp>
    </p:spTree>
    <p:extLst>
      <p:ext uri="{BB962C8B-B14F-4D97-AF65-F5344CB8AC3E}">
        <p14:creationId xmlns:p14="http://schemas.microsoft.com/office/powerpoint/2010/main" val="2193394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6867416-7D7E-48D7-B6AC-D4CEC628D8C9}" type="datetime1">
              <a:rPr lang="en-IN" smtClean="0"/>
              <a:t>27-11-2025</a:t>
            </a:fld>
            <a:endParaRPr lang="en-IN"/>
          </a:p>
        </p:txBody>
      </p:sp>
      <p:sp>
        <p:nvSpPr>
          <p:cNvPr id="5" name="Footer Placeholder 4"/>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6" name="Slide Number Placeholder 5"/>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348016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E20B598-B819-4D19-84DC-2D1AA2C5BDE6}" type="datetime1">
              <a:rPr lang="en-IN" smtClean="0"/>
              <a:t>27-11-2025</a:t>
            </a:fld>
            <a:endParaRPr lang="en-IN"/>
          </a:p>
        </p:txBody>
      </p:sp>
      <p:sp>
        <p:nvSpPr>
          <p:cNvPr id="5" name="Footer Placeholder 4"/>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6" name="Slide Number Placeholder 5"/>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824415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D10CA7-786F-428B-A4C5-AEDFBD580A9D}" type="datetime1">
              <a:rPr lang="en-IN" smtClean="0"/>
              <a:t>27-11-2025</a:t>
            </a:fld>
            <a:endParaRPr lang="en-IN"/>
          </a:p>
        </p:txBody>
      </p:sp>
      <p:sp>
        <p:nvSpPr>
          <p:cNvPr id="5" name="Footer Placeholder 4"/>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6" name="Slide Number Placeholder 5"/>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4282483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0D4847A-0837-4AC6-A320-CF974AD15D50}" type="datetime1">
              <a:rPr lang="en-IN" smtClean="0"/>
              <a:t>27-11-2025</a:t>
            </a:fld>
            <a:endParaRPr lang="en-IN"/>
          </a:p>
        </p:txBody>
      </p:sp>
      <p:sp>
        <p:nvSpPr>
          <p:cNvPr id="6" name="Footer Placeholder 5"/>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7" name="Slide Number Placeholder 6"/>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1334435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D7BC4D8-1D6B-4D3D-8118-8CE11763B863}" type="datetime1">
              <a:rPr lang="en-IN" smtClean="0"/>
              <a:t>27-11-2025</a:t>
            </a:fld>
            <a:endParaRPr lang="en-IN"/>
          </a:p>
        </p:txBody>
      </p:sp>
      <p:sp>
        <p:nvSpPr>
          <p:cNvPr id="8" name="Footer Placeholder 7"/>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9" name="Slide Number Placeholder 8"/>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2359588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65AA01F-00AE-483A-BBB5-1DC9DC5A2DA6}" type="datetime1">
              <a:rPr lang="en-IN" smtClean="0"/>
              <a:t>27-11-2025</a:t>
            </a:fld>
            <a:endParaRPr lang="en-IN"/>
          </a:p>
        </p:txBody>
      </p:sp>
      <p:sp>
        <p:nvSpPr>
          <p:cNvPr id="4" name="Footer Placeholder 3"/>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5" name="Slide Number Placeholder 4"/>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4179873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EB42EE-9A70-4364-B651-02330A28B629}" type="datetime1">
              <a:rPr lang="en-IN" smtClean="0"/>
              <a:t>27-11-2025</a:t>
            </a:fld>
            <a:endParaRPr lang="en-IN"/>
          </a:p>
        </p:txBody>
      </p:sp>
      <p:sp>
        <p:nvSpPr>
          <p:cNvPr id="3" name="Footer Placeholder 2"/>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4" name="Slide Number Placeholder 3"/>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1089245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122C4A-830C-4D2B-80A5-9FA7F622B988}" type="datetime1">
              <a:rPr lang="en-IN" smtClean="0"/>
              <a:t>27-11-2025</a:t>
            </a:fld>
            <a:endParaRPr lang="en-IN"/>
          </a:p>
        </p:txBody>
      </p:sp>
      <p:sp>
        <p:nvSpPr>
          <p:cNvPr id="6" name="Footer Placeholder 5"/>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7" name="Slide Number Placeholder 6"/>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397996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CF8270-3042-48ED-BFAE-5E71F35FD4C0}" type="datetime1">
              <a:rPr lang="en-IN" smtClean="0"/>
              <a:t>27-11-2025</a:t>
            </a:fld>
            <a:endParaRPr lang="en-IN"/>
          </a:p>
        </p:txBody>
      </p:sp>
      <p:sp>
        <p:nvSpPr>
          <p:cNvPr id="6" name="Footer Placeholder 5"/>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7" name="Slide Number Placeholder 6"/>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3207292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CD3623-069C-436C-BD0D-4AC342304F57}" type="datetime1">
              <a:rPr lang="en-IN" smtClean="0"/>
              <a:t>27-11-2025</a:t>
            </a:fld>
            <a:endParaRPr lang="en-IN"/>
          </a:p>
        </p:txBody>
      </p:sp>
      <p:sp>
        <p:nvSpPr>
          <p:cNvPr id="5" name="Footer Placeholder 4"/>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6" name="Slide Number Placeholder 5"/>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1417462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A16477F-8C69-4BAD-BEE8-FADCE25FEDCB}" type="datetime1">
              <a:rPr lang="en-IN" smtClean="0"/>
              <a:t>27-11-2025</a:t>
            </a:fld>
            <a:endParaRPr lang="en-IN"/>
          </a:p>
        </p:txBody>
      </p:sp>
      <p:sp>
        <p:nvSpPr>
          <p:cNvPr id="5" name="Footer Placeholder 4"/>
          <p:cNvSpPr>
            <a:spLocks noGrp="1"/>
          </p:cNvSpPr>
          <p:nvPr>
            <p:ph type="ftr" sz="quarter" idx="11"/>
          </p:nvPr>
        </p:nvSpPr>
        <p:spPr/>
        <p:txBody>
          <a:bodyPr/>
          <a:lstStyle/>
          <a:p>
            <a:r>
              <a:rPr lang="en-IN"/>
              <a:t>EEE DEPT SDMCET                                           Wide Bandgap Gallium Nitride (GaN) Based DC-DC Converter model                                                                                                                                                  UNIVERSAL BATTERY PROTECTION MODULE</a:t>
            </a:r>
          </a:p>
        </p:txBody>
      </p:sp>
      <p:sp>
        <p:nvSpPr>
          <p:cNvPr id="6" name="Slide Number Placeholder 5"/>
          <p:cNvSpPr>
            <a:spLocks noGrp="1"/>
          </p:cNvSpPr>
          <p:nvPr>
            <p:ph type="sldNum" sz="quarter" idx="12"/>
          </p:nvPr>
        </p:nvSpPr>
        <p:spPr/>
        <p:txBody>
          <a:bodyPr/>
          <a:lstStyle/>
          <a:p>
            <a:fld id="{BF9B0C66-B14C-4D60-A7A3-F9A126A65560}" type="slidenum">
              <a:rPr lang="en-IN" smtClean="0"/>
              <a:t>‹#›</a:t>
            </a:fld>
            <a:endParaRPr lang="en-IN"/>
          </a:p>
        </p:txBody>
      </p:sp>
    </p:spTree>
    <p:extLst>
      <p:ext uri="{BB962C8B-B14F-4D97-AF65-F5344CB8AC3E}">
        <p14:creationId xmlns:p14="http://schemas.microsoft.com/office/powerpoint/2010/main" val="1300891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977169-7739-47C2-B6B1-B8DB7C745489}" type="datetime1">
              <a:rPr lang="en-IN" smtClean="0"/>
              <a:t>27-11-2025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EEE DEPT SDMCET                                           Wide Bandgap Gallium Nitride (GaN) Based DC-DC Converter model                                                                                                                                                  UNIVERSAL BATTERY PROTECTION MODULE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9B0C66-B14C-4D60-A7A3-F9A126A65560}" type="slidenum">
              <a:rPr lang="en-IN" smtClean="0"/>
              <a:t>‹#›</a:t>
            </a:fld>
            <a:endParaRPr lang="en-IN"/>
          </a:p>
        </p:txBody>
      </p:sp>
    </p:spTree>
    <p:extLst>
      <p:ext uri="{BB962C8B-B14F-4D97-AF65-F5344CB8AC3E}">
        <p14:creationId xmlns:p14="http://schemas.microsoft.com/office/powerpoint/2010/main" val="11660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7460" y="313456"/>
            <a:ext cx="11672317" cy="477054"/>
          </a:xfrm>
          <a:prstGeom prst="rect">
            <a:avLst/>
          </a:prstGeom>
        </p:spPr>
        <p:txBody>
          <a:bodyPr wrap="square">
            <a:spAutoFit/>
          </a:bodyPr>
          <a:lstStyle/>
          <a:p>
            <a:pPr algn="ctr"/>
            <a:r>
              <a:rPr lang="en-IN" sz="2500" b="1" dirty="0">
                <a:latin typeface="Times New Roman" panose="02020603050405020304" pitchFamily="18" charset="0"/>
                <a:cs typeface="Times New Roman" panose="02020603050405020304" pitchFamily="18" charset="0"/>
              </a:rPr>
              <a:t>SDM COLLEGE OF ENGINEERING AND TECHNOLOGY, </a:t>
            </a:r>
            <a:r>
              <a:rPr lang="en-IN" sz="2500" b="1">
                <a:latin typeface="Times New Roman" panose="02020603050405020304" pitchFamily="18" charset="0"/>
                <a:cs typeface="Times New Roman" panose="02020603050405020304" pitchFamily="18" charset="0"/>
              </a:rPr>
              <a:t>DHARWAD - 580002</a:t>
            </a:r>
            <a:endParaRPr lang="en-IN" sz="25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578860" y="676667"/>
            <a:ext cx="9713979" cy="387478"/>
          </a:xfrm>
          <a:prstGeom prst="rect">
            <a:avLst/>
          </a:prstGeom>
        </p:spPr>
        <p:txBody>
          <a:bodyPr wrap="square">
            <a:spAutoFit/>
          </a:bodyPr>
          <a:lstStyle/>
          <a:p>
            <a:pPr marL="139700" marR="147320" algn="ctr">
              <a:lnSpc>
                <a:spcPct val="116000"/>
              </a:lnSpc>
              <a:spcBef>
                <a:spcPts val="445"/>
              </a:spcBef>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(An autonomous Institution affiliated to Visvesvaraya Technological University, Belagavi – 590018)</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rcRect/>
          <a:stretch/>
        </p:blipFill>
        <p:spPr>
          <a:xfrm>
            <a:off x="5688470" y="1138948"/>
            <a:ext cx="1186912" cy="1377295"/>
          </a:xfrm>
          <a:prstGeom prst="rect">
            <a:avLst/>
          </a:prstGeom>
        </p:spPr>
      </p:pic>
      <p:sp>
        <p:nvSpPr>
          <p:cNvPr id="5" name="Rectangle 4"/>
          <p:cNvSpPr/>
          <p:nvPr/>
        </p:nvSpPr>
        <p:spPr>
          <a:xfrm>
            <a:off x="3362002" y="2591046"/>
            <a:ext cx="5483232" cy="369332"/>
          </a:xfrm>
          <a:prstGeom prst="rect">
            <a:avLst/>
          </a:prstGeom>
        </p:spPr>
        <p:txBody>
          <a:bodyPr wrap="none">
            <a:spAutoFit/>
          </a:bodyPr>
          <a:lstStyle/>
          <a:p>
            <a:pPr algn="ctr"/>
            <a:r>
              <a:rPr lang="en-US" b="1" dirty="0">
                <a:solidFill>
                  <a:srgbClr val="CC0000"/>
                </a:solidFill>
                <a:latin typeface="Times New Roman" panose="02020603050405020304" pitchFamily="18" charset="0"/>
                <a:ea typeface="Times New Roman" panose="02020603050405020304" pitchFamily="18" charset="0"/>
              </a:rPr>
              <a:t>Department of Electrical and Electronics Engineering</a:t>
            </a:r>
            <a:endParaRPr lang="en-IN" b="1" dirty="0"/>
          </a:p>
        </p:txBody>
      </p:sp>
      <p:sp>
        <p:nvSpPr>
          <p:cNvPr id="6" name="Rectangle 5"/>
          <p:cNvSpPr/>
          <p:nvPr/>
        </p:nvSpPr>
        <p:spPr>
          <a:xfrm>
            <a:off x="4556449" y="2927433"/>
            <a:ext cx="2454518" cy="369332"/>
          </a:xfrm>
          <a:prstGeom prst="rect">
            <a:avLst/>
          </a:prstGeom>
        </p:spPr>
        <p:txBody>
          <a:bodyPr wrap="none">
            <a:spAutoFit/>
          </a:bodyPr>
          <a:lstStyle/>
          <a:p>
            <a:pPr algn="ctr"/>
            <a:r>
              <a:rPr lang="en-US" dirty="0">
                <a:solidFill>
                  <a:srgbClr val="000000"/>
                </a:solidFill>
                <a:latin typeface="Times New Roman" panose="02020603050405020304" pitchFamily="18" charset="0"/>
                <a:ea typeface="Times New Roman" panose="02020603050405020304" pitchFamily="18" charset="0"/>
              </a:rPr>
              <a:t>Major Project -2 review </a:t>
            </a:r>
            <a:endParaRPr lang="en-IN" dirty="0"/>
          </a:p>
        </p:txBody>
      </p:sp>
      <p:cxnSp>
        <p:nvCxnSpPr>
          <p:cNvPr id="8" name="Straight Connector 7"/>
          <p:cNvCxnSpPr/>
          <p:nvPr/>
        </p:nvCxnSpPr>
        <p:spPr>
          <a:xfrm>
            <a:off x="1905376" y="3391976"/>
            <a:ext cx="8396481" cy="63458"/>
          </a:xfrm>
          <a:prstGeom prst="line">
            <a:avLst/>
          </a:prstGeom>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868131" y="3399706"/>
            <a:ext cx="10657585"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Wide Bandgap Gallium Nitride (</a:t>
            </a:r>
            <a:r>
              <a:rPr lang="en-US" b="1" dirty="0" err="1">
                <a:latin typeface="Times New Roman" panose="02020603050405020304" pitchFamily="18" charset="0"/>
                <a:cs typeface="Times New Roman" panose="02020603050405020304" pitchFamily="18" charset="0"/>
              </a:rPr>
              <a:t>GaN</a:t>
            </a:r>
            <a:r>
              <a:rPr lang="en-US" b="1" dirty="0">
                <a:latin typeface="Times New Roman" panose="02020603050405020304" pitchFamily="18" charset="0"/>
                <a:cs typeface="Times New Roman" panose="02020603050405020304" pitchFamily="18" charset="0"/>
              </a:rPr>
              <a:t>) Based DC-DC Converter model for Electric Vehicle Application </a:t>
            </a:r>
            <a:r>
              <a:rPr lang="en-IN" sz="2800" b="1"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3031234" y="4747051"/>
            <a:ext cx="6144768"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RADHIKA PATIL                                                    </a:t>
            </a:r>
            <a:r>
              <a:rPr lang="en-IN" dirty="0">
                <a:latin typeface="Times New Roman" panose="02020603050405020304" pitchFamily="18" charset="0"/>
                <a:cs typeface="Times New Roman" panose="02020603050405020304" pitchFamily="18" charset="0"/>
              </a:rPr>
              <a:t>2SD22EE032</a:t>
            </a:r>
            <a:endParaRPr lang="en-IN" dirty="0">
              <a:solidFill>
                <a:srgbClr val="00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ROHINI SHALAVADI                                            </a:t>
            </a:r>
            <a:r>
              <a:rPr lang="en-IN" dirty="0">
                <a:latin typeface="Times New Roman" panose="02020603050405020304" pitchFamily="18" charset="0"/>
                <a:cs typeface="Times New Roman" panose="02020603050405020304" pitchFamily="18" charset="0"/>
              </a:rPr>
              <a:t>2SD22EE034</a:t>
            </a:r>
            <a:endParaRPr lang="en-IN" dirty="0">
              <a:solidFill>
                <a:srgbClr val="00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SAHANA GOUDAR                                              </a:t>
            </a:r>
            <a:r>
              <a:rPr lang="en-IN" dirty="0">
                <a:latin typeface="Times New Roman" panose="02020603050405020304" pitchFamily="18" charset="0"/>
                <a:cs typeface="Times New Roman" panose="02020603050405020304" pitchFamily="18" charset="0"/>
              </a:rPr>
              <a:t>2SD22EE035</a:t>
            </a:r>
            <a:endParaRPr lang="en-IN" dirty="0">
              <a:solidFill>
                <a:srgbClr val="00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SAMPRITA R S                                                      </a:t>
            </a:r>
            <a:r>
              <a:rPr lang="en-IN" dirty="0">
                <a:latin typeface="Times New Roman" panose="02020603050405020304" pitchFamily="18" charset="0"/>
                <a:cs typeface="Times New Roman" panose="02020603050405020304" pitchFamily="18" charset="0"/>
              </a:rPr>
              <a:t>2SD22EE037</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3124959" y="5947380"/>
            <a:ext cx="5957318" cy="1015663"/>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Under the guidance of</a:t>
            </a:r>
            <a:endParaRPr lang="en-IN" sz="2000" dirty="0">
              <a:latin typeface="Times New Roman" panose="02020603050405020304" pitchFamily="18" charset="0"/>
              <a:cs typeface="Times New Roman" panose="02020603050405020304" pitchFamily="18" charset="0"/>
            </a:endParaRPr>
          </a:p>
          <a:p>
            <a:pPr algn="ctr"/>
            <a:r>
              <a:rPr lang="en-IN" sz="2000" b="1" dirty="0" err="1">
                <a:latin typeface="Times New Roman" panose="02020603050405020304" pitchFamily="18" charset="0"/>
                <a:cs typeface="Times New Roman" panose="02020603050405020304" pitchFamily="18" charset="0"/>
              </a:rPr>
              <a:t>Prof.KAVYA</a:t>
            </a:r>
            <a:r>
              <a:rPr lang="en-IN" sz="2000" b="1" dirty="0">
                <a:latin typeface="Times New Roman" panose="02020603050405020304" pitchFamily="18" charset="0"/>
                <a:cs typeface="Times New Roman" panose="02020603050405020304" pitchFamily="18" charset="0"/>
              </a:rPr>
              <a:t> K</a:t>
            </a:r>
            <a:endParaRPr lang="en-IN" sz="2000" dirty="0">
              <a:latin typeface="Times New Roman" panose="02020603050405020304" pitchFamily="18" charset="0"/>
              <a:cs typeface="Times New Roman" panose="02020603050405020304" pitchFamily="18" charset="0"/>
            </a:endParaRPr>
          </a:p>
          <a:p>
            <a:endParaRPr lang="en-IN" sz="2000" dirty="0"/>
          </a:p>
        </p:txBody>
      </p:sp>
      <p:sp>
        <p:nvSpPr>
          <p:cNvPr id="20" name="TextBox 19"/>
          <p:cNvSpPr txBox="1"/>
          <p:nvPr/>
        </p:nvSpPr>
        <p:spPr>
          <a:xfrm>
            <a:off x="3354666" y="4081595"/>
            <a:ext cx="5431538"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Project Members:                                      USN</a:t>
            </a:r>
          </a:p>
          <a:p>
            <a:endParaRPr lang="en-IN" sz="2000" dirty="0"/>
          </a:p>
        </p:txBody>
      </p:sp>
      <p:sp>
        <p:nvSpPr>
          <p:cNvPr id="11" name="Slide Number Placeholder 10">
            <a:extLst>
              <a:ext uri="{FF2B5EF4-FFF2-40B4-BE49-F238E27FC236}">
                <a16:creationId xmlns:a16="http://schemas.microsoft.com/office/drawing/2014/main" id="{18DD7A22-3A90-8107-3B8C-C830DDCD94AD}"/>
              </a:ext>
            </a:extLst>
          </p:cNvPr>
          <p:cNvSpPr>
            <a:spLocks noGrp="1"/>
          </p:cNvSpPr>
          <p:nvPr>
            <p:ph type="sldNum" sz="quarter" idx="12"/>
          </p:nvPr>
        </p:nvSpPr>
        <p:spPr/>
        <p:txBody>
          <a:bodyPr/>
          <a:lstStyle/>
          <a:p>
            <a:fld id="{BF9B0C66-B14C-4D60-A7A3-F9A126A65560}" type="slidenum">
              <a:rPr lang="en-IN" smtClean="0"/>
              <a:t>1</a:t>
            </a:fld>
            <a:endParaRPr lang="en-IN"/>
          </a:p>
        </p:txBody>
      </p:sp>
    </p:spTree>
    <p:extLst>
      <p:ext uri="{BB962C8B-B14F-4D97-AF65-F5344CB8AC3E}">
        <p14:creationId xmlns:p14="http://schemas.microsoft.com/office/powerpoint/2010/main" val="2107025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29239"/>
            <a:ext cx="11051944" cy="661207"/>
          </a:xfrm>
          <a:prstGeom prst="rect">
            <a:avLst/>
          </a:prstGeom>
          <a:noFill/>
        </p:spPr>
        <p:txBody>
          <a:bodyPr wrap="square" rtlCol="0">
            <a:spAutoFit/>
          </a:bodyPr>
          <a:lstStyle/>
          <a:p>
            <a:pPr>
              <a:lnSpc>
                <a:spcPct val="150000"/>
              </a:lnSpc>
            </a:pPr>
            <a:r>
              <a:rPr lang="en-IN" sz="2800" b="1" dirty="0">
                <a:latin typeface="Times New Roman" panose="02020603050405020304" pitchFamily="18" charset="0"/>
                <a:cs typeface="Times New Roman" panose="02020603050405020304" pitchFamily="18" charset="0"/>
              </a:rPr>
              <a:t>CONTENTS:</a:t>
            </a:r>
          </a:p>
        </p:txBody>
      </p:sp>
      <p:sp>
        <p:nvSpPr>
          <p:cNvPr id="5" name="Slide Number Placeholder 4"/>
          <p:cNvSpPr>
            <a:spLocks noGrp="1"/>
          </p:cNvSpPr>
          <p:nvPr>
            <p:ph type="sldNum" sz="quarter" idx="12"/>
          </p:nvPr>
        </p:nvSpPr>
        <p:spPr>
          <a:xfrm>
            <a:off x="9351732" y="6349716"/>
            <a:ext cx="2743200" cy="365125"/>
          </a:xfrm>
        </p:spPr>
        <p:txBody>
          <a:bodyPr/>
          <a:lstStyle/>
          <a:p>
            <a:fld id="{BF9B0C66-B14C-4D60-A7A3-F9A126A65560}" type="slidenum">
              <a:rPr lang="en-IN" smtClean="0"/>
              <a:t>2</a:t>
            </a:fld>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val="3309615794"/>
              </p:ext>
            </p:extLst>
          </p:nvPr>
        </p:nvGraphicFramePr>
        <p:xfrm>
          <a:off x="520561" y="886102"/>
          <a:ext cx="9293039" cy="5586126"/>
        </p:xfrm>
        <a:graphic>
          <a:graphicData uri="http://schemas.openxmlformats.org/drawingml/2006/table">
            <a:tbl>
              <a:tblPr firstRow="1" firstCol="1" bandRow="1">
                <a:tableStyleId>{2D5ABB26-0587-4C30-8999-92F81FD0307C}</a:tableStyleId>
              </a:tblPr>
              <a:tblGrid>
                <a:gridCol w="9293039">
                  <a:extLst>
                    <a:ext uri="{9D8B030D-6E8A-4147-A177-3AD203B41FA5}">
                      <a16:colId xmlns:a16="http://schemas.microsoft.com/office/drawing/2014/main" val="3801802624"/>
                    </a:ext>
                  </a:extLst>
                </a:gridCol>
              </a:tblGrid>
              <a:tr h="540117">
                <a:tc>
                  <a:txBody>
                    <a:bodyPr/>
                    <a:lstStyle/>
                    <a:p>
                      <a:pPr marL="457200" indent="-457200">
                        <a:lnSpc>
                          <a:spcPct val="150000"/>
                        </a:lnSpc>
                        <a:spcAft>
                          <a:spcPts val="0"/>
                        </a:spcAft>
                        <a:buFont typeface="Wingdings" panose="05000000000000000000" pitchFamily="2" charset="2"/>
                        <a:buChar char="Ø"/>
                      </a:pPr>
                      <a:r>
                        <a:rPr lang="en-IN" sz="2400" b="0" dirty="0">
                          <a:effectLst/>
                          <a:latin typeface="Times New Roman" panose="02020603050405020304" pitchFamily="18" charset="0"/>
                          <a:cs typeface="Times New Roman" panose="02020603050405020304" pitchFamily="18" charset="0"/>
                        </a:rPr>
                        <a:t> Introduction</a:t>
                      </a:r>
                      <a:endParaRPr lang="en-IN" sz="2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73025" marT="8890" marB="0"/>
                </a:tc>
                <a:extLst>
                  <a:ext uri="{0D108BD9-81ED-4DB2-BD59-A6C34878D82A}">
                    <a16:rowId xmlns:a16="http://schemas.microsoft.com/office/drawing/2014/main" val="43996431"/>
                  </a:ext>
                </a:extLst>
              </a:tr>
              <a:tr h="540117">
                <a:tc>
                  <a:txBody>
                    <a:bodyPr/>
                    <a:lstStyle/>
                    <a:p>
                      <a:pPr marL="457200" indent="-457200">
                        <a:lnSpc>
                          <a:spcPct val="150000"/>
                        </a:lnSpc>
                        <a:spcAft>
                          <a:spcPts val="0"/>
                        </a:spcAft>
                        <a:buFont typeface="Wingdings" panose="05000000000000000000" pitchFamily="2" charset="2"/>
                        <a:buChar char="Ø"/>
                      </a:pPr>
                      <a:r>
                        <a:rPr lang="en-US" sz="2400" b="0" dirty="0">
                          <a:effectLst/>
                          <a:latin typeface="Times New Roman" panose="02020603050405020304" pitchFamily="18" charset="0"/>
                          <a:cs typeface="Times New Roman" panose="02020603050405020304" pitchFamily="18" charset="0"/>
                        </a:rPr>
                        <a:t>Problem Statement</a:t>
                      </a:r>
                    </a:p>
                    <a:p>
                      <a:pPr marL="457200" indent="-457200">
                        <a:lnSpc>
                          <a:spcPct val="150000"/>
                        </a:lnSpc>
                        <a:spcAft>
                          <a:spcPts val="0"/>
                        </a:spcAft>
                        <a:buFont typeface="Wingdings" panose="05000000000000000000" pitchFamily="2" charset="2"/>
                        <a:buChar char="Ø"/>
                      </a:pPr>
                      <a:r>
                        <a:rPr lang="en-US" sz="2400" b="0" dirty="0">
                          <a:latin typeface="Times New Roman" panose="02020603050405020304" pitchFamily="18" charset="0"/>
                          <a:cs typeface="Times New Roman" panose="02020603050405020304" pitchFamily="18" charset="0"/>
                        </a:rPr>
                        <a:t>Objectives</a:t>
                      </a:r>
                      <a:endParaRPr lang="en-IN" sz="2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73025" marT="8890" marB="0"/>
                </a:tc>
                <a:extLst>
                  <a:ext uri="{0D108BD9-81ED-4DB2-BD59-A6C34878D82A}">
                    <a16:rowId xmlns:a16="http://schemas.microsoft.com/office/drawing/2014/main" val="3163863891"/>
                  </a:ext>
                </a:extLst>
              </a:tr>
              <a:tr h="540117">
                <a:tc>
                  <a:txBody>
                    <a:bodyPr/>
                    <a:lstStyle/>
                    <a:p>
                      <a:pPr marL="457200" indent="-457200">
                        <a:lnSpc>
                          <a:spcPct val="150000"/>
                        </a:lnSpc>
                        <a:spcAft>
                          <a:spcPts val="0"/>
                        </a:spcAft>
                        <a:buFont typeface="Wingdings" panose="05000000000000000000" pitchFamily="2" charset="2"/>
                        <a:buChar char="Ø"/>
                      </a:pPr>
                      <a:r>
                        <a:rPr lang="en-IN" sz="2400" b="0" dirty="0">
                          <a:effectLst/>
                          <a:latin typeface="Times New Roman" panose="02020603050405020304" pitchFamily="18" charset="0"/>
                          <a:cs typeface="Times New Roman" panose="02020603050405020304" pitchFamily="18" charset="0"/>
                        </a:rPr>
                        <a:t>Literature Review</a:t>
                      </a:r>
                      <a:endParaRPr lang="en-IN" sz="2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73025" marT="8890" marB="0"/>
                </a:tc>
                <a:extLst>
                  <a:ext uri="{0D108BD9-81ED-4DB2-BD59-A6C34878D82A}">
                    <a16:rowId xmlns:a16="http://schemas.microsoft.com/office/drawing/2014/main" val="2026623028"/>
                  </a:ext>
                </a:extLst>
              </a:tr>
              <a:tr h="540117">
                <a:tc>
                  <a:txBody>
                    <a:bodyPr/>
                    <a:lstStyle/>
                    <a:p>
                      <a:pPr marL="457200" indent="-457200">
                        <a:lnSpc>
                          <a:spcPct val="150000"/>
                        </a:lnSpc>
                        <a:spcAft>
                          <a:spcPts val="0"/>
                        </a:spcAft>
                        <a:buFont typeface="Wingdings" panose="05000000000000000000" pitchFamily="2" charset="2"/>
                        <a:buChar char="Ø"/>
                      </a:pPr>
                      <a:r>
                        <a:rPr lang="en-IN" sz="2400" b="0" dirty="0">
                          <a:effectLst/>
                          <a:latin typeface="Times New Roman" panose="02020603050405020304" pitchFamily="18" charset="0"/>
                          <a:cs typeface="Times New Roman" panose="02020603050405020304" pitchFamily="18" charset="0"/>
                        </a:rPr>
                        <a:t>Methodology</a:t>
                      </a:r>
                      <a:endParaRPr lang="en-IN" sz="2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73025" marT="8890" marB="0"/>
                </a:tc>
                <a:extLst>
                  <a:ext uri="{0D108BD9-81ED-4DB2-BD59-A6C34878D82A}">
                    <a16:rowId xmlns:a16="http://schemas.microsoft.com/office/drawing/2014/main" val="716466373"/>
                  </a:ext>
                </a:extLst>
              </a:tr>
              <a:tr h="1745179">
                <a:tc>
                  <a:txBody>
                    <a:bodyPr/>
                    <a:lstStyle/>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sz="2400" b="0" kern="1200" dirty="0">
                          <a:effectLst/>
                          <a:latin typeface="Times New Roman" panose="02020603050405020304" pitchFamily="18" charset="0"/>
                          <a:cs typeface="Times New Roman" panose="02020603050405020304" pitchFamily="18" charset="0"/>
                        </a:rPr>
                        <a:t>Advantages</a:t>
                      </a:r>
                      <a:endParaRPr lang="en-IN" sz="2400" b="0" kern="1200" dirty="0">
                        <a:solidFill>
                          <a:schemeClr val="tx1"/>
                        </a:solidFill>
                        <a:effectLst/>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400" b="0" kern="1200" dirty="0">
                          <a:effectLst/>
                          <a:latin typeface="Times New Roman" panose="02020603050405020304" pitchFamily="18" charset="0"/>
                          <a:cs typeface="Times New Roman" panose="02020603050405020304" pitchFamily="18" charset="0"/>
                        </a:rPr>
                        <a:t>Disadvantages</a:t>
                      </a:r>
                      <a:endParaRPr lang="en-IN" sz="2400" b="0" kern="1200" dirty="0">
                        <a:solidFill>
                          <a:schemeClr val="tx1"/>
                        </a:solidFill>
                        <a:effectLst/>
                        <a:latin typeface="Times New Roman" panose="02020603050405020304" pitchFamily="18" charset="0"/>
                        <a:ea typeface="+mn-ea"/>
                        <a:cs typeface="Times New Roman" panose="02020603050405020304" pitchFamily="18" charset="0"/>
                      </a:endParaRPr>
                    </a:p>
                    <a:p>
                      <a:pPr marL="457200" indent="-457200">
                        <a:lnSpc>
                          <a:spcPct val="150000"/>
                        </a:lnSpc>
                        <a:spcAft>
                          <a:spcPts val="0"/>
                        </a:spcAft>
                        <a:buFont typeface="Wingdings" panose="05000000000000000000" pitchFamily="2" charset="2"/>
                        <a:buChar char="Ø"/>
                      </a:pPr>
                      <a:r>
                        <a:rPr lang="en-IN" sz="2400" b="0" dirty="0">
                          <a:effectLst/>
                          <a:latin typeface="Times New Roman" panose="02020603050405020304" pitchFamily="18" charset="0"/>
                          <a:ea typeface="+mn-ea"/>
                          <a:cs typeface="Times New Roman" panose="02020603050405020304" pitchFamily="18" charset="0"/>
                        </a:rPr>
                        <a:t>Output</a:t>
                      </a:r>
                      <a:endParaRPr lang="en-IN" sz="2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73025" marT="8890" marB="0"/>
                </a:tc>
                <a:extLst>
                  <a:ext uri="{0D108BD9-81ED-4DB2-BD59-A6C34878D82A}">
                    <a16:rowId xmlns:a16="http://schemas.microsoft.com/office/drawing/2014/main" val="1005355850"/>
                  </a:ext>
                </a:extLst>
              </a:tr>
              <a:tr h="540117">
                <a:tc>
                  <a:txBody>
                    <a:bodyPr/>
                    <a:lstStyle/>
                    <a:p>
                      <a:pPr marL="457200" marR="0" lvl="0" indent="-457200" algn="l" defTabSz="914400" rtl="0" eaLnBrk="1" fontAlgn="auto" latinLnBrk="0" hangingPunct="1">
                        <a:lnSpc>
                          <a:spcPct val="150000"/>
                        </a:lnSpc>
                        <a:spcBef>
                          <a:spcPts val="0"/>
                        </a:spcBef>
                        <a:spcAft>
                          <a:spcPts val="1085"/>
                        </a:spcAft>
                        <a:buClrTx/>
                        <a:buSzTx/>
                        <a:buFont typeface="Wingdings" panose="05000000000000000000" pitchFamily="2" charset="2"/>
                        <a:buChar char="Ø"/>
                        <a:tabLst/>
                        <a:defRPr/>
                      </a:pPr>
                      <a:r>
                        <a:rPr lang="en-IN" sz="2400" b="0" dirty="0">
                          <a:effectLst/>
                          <a:latin typeface="Times New Roman" panose="02020603050405020304" pitchFamily="18" charset="0"/>
                          <a:cs typeface="Times New Roman" panose="02020603050405020304" pitchFamily="18" charset="0"/>
                        </a:rPr>
                        <a:t>References </a:t>
                      </a:r>
                      <a:endParaRPr lang="en-IN" sz="2400" b="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nSpc>
                          <a:spcPct val="150000"/>
                        </a:lnSpc>
                        <a:spcAft>
                          <a:spcPts val="1085"/>
                        </a:spcAft>
                        <a:buFont typeface="Wingdings" panose="05000000000000000000" pitchFamily="2" charset="2"/>
                        <a:buChar char="Ø"/>
                      </a:pPr>
                      <a:endParaRPr lang="en-IN" sz="2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73025" marT="8890" marB="0"/>
                </a:tc>
                <a:extLst>
                  <a:ext uri="{0D108BD9-81ED-4DB2-BD59-A6C34878D82A}">
                    <a16:rowId xmlns:a16="http://schemas.microsoft.com/office/drawing/2014/main" val="2776122533"/>
                  </a:ext>
                </a:extLst>
              </a:tr>
            </a:tbl>
          </a:graphicData>
        </a:graphic>
      </p:graphicFrame>
      <p:sp>
        <p:nvSpPr>
          <p:cNvPr id="8" name="Footer Placeholder 7"/>
          <p:cNvSpPr>
            <a:spLocks noGrp="1"/>
          </p:cNvSpPr>
          <p:nvPr>
            <p:ph type="ftr" sz="quarter" idx="11"/>
          </p:nvPr>
        </p:nvSpPr>
        <p:spPr>
          <a:xfrm>
            <a:off x="384163" y="6349715"/>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10" name="Straight Connector 9"/>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86507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9456" y="402336"/>
            <a:ext cx="3648456" cy="800219"/>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INTRODUCTION:</a:t>
            </a:r>
            <a:endParaRPr lang="en-IN" sz="2800" dirty="0">
              <a:latin typeface="Times New Roman" panose="02020603050405020304" pitchFamily="18" charset="0"/>
              <a:cs typeface="Times New Roman" panose="02020603050405020304" pitchFamily="18" charset="0"/>
            </a:endParaRPr>
          </a:p>
          <a:p>
            <a:endParaRPr lang="en-IN" dirty="0"/>
          </a:p>
        </p:txBody>
      </p:sp>
      <p:sp>
        <p:nvSpPr>
          <p:cNvPr id="3" name="TextBox 2"/>
          <p:cNvSpPr txBox="1"/>
          <p:nvPr/>
        </p:nvSpPr>
        <p:spPr>
          <a:xfrm>
            <a:off x="123908" y="977587"/>
            <a:ext cx="11759184" cy="44579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Electric Vehicles require efficient power conversion from the high-voltage battery (≈400 V) to the low-voltage systems (12 V).</a:t>
            </a:r>
          </a:p>
          <a:p>
            <a:pPr marL="342900" indent="-342900" algn="just">
              <a:lnSpc>
                <a:spcPct val="150000"/>
              </a:lnSpc>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Wide Bandgap Gallium Nitride (GaN) devices offer higher switching speed, higher efficiency, and reduced size compared to traditional silicon MOSFETs.</a:t>
            </a:r>
          </a:p>
          <a:p>
            <a:pPr marL="342900" indent="-342900" algn="just">
              <a:lnSpc>
                <a:spcPct val="150000"/>
              </a:lnSpc>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This project focuses on designing and simulating a GaN-based 400 V → 12 V, 500 W DC–DC converter using LTspice.</a:t>
            </a:r>
            <a:endParaRPr lang="en-IN" sz="32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9008166" y="6410578"/>
            <a:ext cx="2743200" cy="365125"/>
          </a:xfrm>
        </p:spPr>
        <p:txBody>
          <a:bodyPr/>
          <a:lstStyle/>
          <a:p>
            <a:fld id="{BF9B0C66-B14C-4D60-A7A3-F9A126A65560}" type="slidenum">
              <a:rPr lang="en-IN" smtClean="0"/>
              <a:t>3</a:t>
            </a:fld>
            <a:endParaRPr lang="en-IN" dirty="0"/>
          </a:p>
        </p:txBody>
      </p:sp>
      <p:sp>
        <p:nvSpPr>
          <p:cNvPr id="7" name="Footer Placeholder 7"/>
          <p:cNvSpPr>
            <a:spLocks noGrp="1"/>
          </p:cNvSpPr>
          <p:nvPr>
            <p:ph type="ftr" sz="quarter" idx="11"/>
          </p:nvPr>
        </p:nvSpPr>
        <p:spPr>
          <a:xfrm>
            <a:off x="384163" y="6349715"/>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8" name="Straight Connector 7"/>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82836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770" y="751276"/>
            <a:ext cx="4379853" cy="523220"/>
          </a:xfrm>
          <a:prstGeom prst="rect">
            <a:avLst/>
          </a:prstGeom>
        </p:spPr>
        <p:txBody>
          <a:bodyPr wrap="none">
            <a:spAutoFit/>
          </a:bodyPr>
          <a:lstStyle/>
          <a:p>
            <a:r>
              <a:rPr lang="en-US" sz="2800" b="1" dirty="0">
                <a:latin typeface="Times New Roman" panose="02020603050405020304" pitchFamily="18" charset="0"/>
                <a:ea typeface="Calibri" panose="020F0502020204030204" pitchFamily="34" charset="0"/>
              </a:rPr>
              <a:t>PROBLEM</a:t>
            </a:r>
            <a:r>
              <a:rPr lang="en-US" sz="2800" b="1" dirty="0">
                <a:solidFill>
                  <a:schemeClr val="accent1">
                    <a:lumMod val="75000"/>
                  </a:schemeClr>
                </a:solidFill>
                <a:latin typeface="Times New Roman" panose="02020603050405020304" pitchFamily="18" charset="0"/>
                <a:ea typeface="Calibri" panose="020F0502020204030204" pitchFamily="34" charset="0"/>
              </a:rPr>
              <a:t> </a:t>
            </a:r>
            <a:r>
              <a:rPr lang="en-US" sz="2800" b="1" dirty="0">
                <a:latin typeface="Times New Roman" panose="02020603050405020304" pitchFamily="18" charset="0"/>
                <a:ea typeface="Calibri" panose="020F0502020204030204" pitchFamily="34" charset="0"/>
              </a:rPr>
              <a:t>STATEMENT:</a:t>
            </a:r>
            <a:endParaRPr lang="en-IN" sz="2800" dirty="0"/>
          </a:p>
        </p:txBody>
      </p:sp>
      <p:sp>
        <p:nvSpPr>
          <p:cNvPr id="3" name="TextBox 2"/>
          <p:cNvSpPr txBox="1"/>
          <p:nvPr/>
        </p:nvSpPr>
        <p:spPr>
          <a:xfrm>
            <a:off x="258186" y="1649400"/>
            <a:ext cx="11610726" cy="279595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Design and develop a high-efficiency, compact, and reliable Wide Bandgap Gallium Nitride (</a:t>
            </a:r>
            <a:r>
              <a:rPr lang="en-US" sz="2400" dirty="0" err="1">
                <a:latin typeface="Times New Roman" panose="02020603050405020304" pitchFamily="18" charset="0"/>
                <a:cs typeface="Times New Roman" panose="02020603050405020304" pitchFamily="18" charset="0"/>
              </a:rPr>
              <a:t>GaN</a:t>
            </a:r>
            <a:r>
              <a:rPr lang="en-US" sz="2400" dirty="0">
                <a:latin typeface="Times New Roman" panose="02020603050405020304" pitchFamily="18" charset="0"/>
                <a:cs typeface="Times New Roman" panose="02020603050405020304" pitchFamily="18" charset="0"/>
              </a:rPr>
              <a:t>) based converter model for electric vehicle (EV) applications, addressing the challenges of high power density, fast switching speeds, and thermal management, while ensuring efficient and reliable operation, and meeting the stringent requirements of the automotive industry.</a:t>
            </a:r>
            <a:endParaRPr lang="en-IN"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F9B0C66-B14C-4D60-A7A3-F9A126A65560}" type="slidenum">
              <a:rPr lang="en-IN" smtClean="0"/>
              <a:t>4</a:t>
            </a:fld>
            <a:endParaRPr lang="en-IN"/>
          </a:p>
        </p:txBody>
      </p:sp>
      <p:sp>
        <p:nvSpPr>
          <p:cNvPr id="7" name="Footer Placeholder 7"/>
          <p:cNvSpPr>
            <a:spLocks noGrp="1"/>
          </p:cNvSpPr>
          <p:nvPr>
            <p:ph type="ftr" sz="quarter" idx="11"/>
          </p:nvPr>
        </p:nvSpPr>
        <p:spPr>
          <a:xfrm>
            <a:off x="384163" y="6349715"/>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8" name="Straight Connector 7"/>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48548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163" y="586192"/>
            <a:ext cx="11635773" cy="4557466"/>
          </a:xfrm>
          <a:prstGeom prst="rect">
            <a:avLst/>
          </a:prstGeom>
          <a:noFill/>
        </p:spPr>
        <p:txBody>
          <a:bodyPr wrap="square" rtlCol="0">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OBJECTIVES</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a:p>
            <a:pPr marL="800100" lvl="1"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study about </a:t>
            </a:r>
            <a:r>
              <a:rPr lang="en-US" sz="2400" dirty="0" err="1">
                <a:latin typeface="Times New Roman" panose="02020603050405020304" pitchFamily="18" charset="0"/>
                <a:cs typeface="Times New Roman" panose="02020603050405020304" pitchFamily="18" charset="0"/>
              </a:rPr>
              <a:t>GaN</a:t>
            </a:r>
            <a:r>
              <a:rPr lang="en-US" sz="2400" dirty="0">
                <a:latin typeface="Times New Roman" panose="02020603050405020304" pitchFamily="18" charset="0"/>
                <a:cs typeface="Times New Roman" panose="02020603050405020304" pitchFamily="18" charset="0"/>
              </a:rPr>
              <a:t> Based transistor and </a:t>
            </a:r>
            <a:r>
              <a:rPr lang="en-US" sz="2400" dirty="0" err="1">
                <a:latin typeface="Times New Roman" panose="02020603050405020304" pitchFamily="18" charset="0"/>
                <a:cs typeface="Times New Roman" panose="02020603050405020304" pitchFamily="18" charset="0"/>
              </a:rPr>
              <a:t>LTSpice</a:t>
            </a:r>
            <a:r>
              <a:rPr lang="en-US" sz="2400" dirty="0">
                <a:latin typeface="Times New Roman" panose="02020603050405020304" pitchFamily="18" charset="0"/>
                <a:cs typeface="Times New Roman" panose="02020603050405020304" pitchFamily="18" charset="0"/>
              </a:rPr>
              <a:t> software.</a:t>
            </a:r>
          </a:p>
          <a:p>
            <a:pPr marL="800100" lvl="1"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Design the </a:t>
            </a:r>
            <a:r>
              <a:rPr lang="en-US" sz="2400" dirty="0" err="1">
                <a:latin typeface="Times New Roman" panose="02020603050405020304" pitchFamily="18" charset="0"/>
                <a:cs typeface="Times New Roman" panose="02020603050405020304" pitchFamily="18" charset="0"/>
              </a:rPr>
              <a:t>GaN</a:t>
            </a:r>
            <a:r>
              <a:rPr lang="en-US" sz="2400" dirty="0">
                <a:latin typeface="Times New Roman" panose="02020603050405020304" pitchFamily="18" charset="0"/>
                <a:cs typeface="Times New Roman" panose="02020603050405020304" pitchFamily="18" charset="0"/>
              </a:rPr>
              <a:t>-based converter topology, including the selection of </a:t>
            </a:r>
            <a:r>
              <a:rPr lang="en-US" sz="2400" dirty="0" err="1">
                <a:latin typeface="Times New Roman" panose="02020603050405020304" pitchFamily="18" charset="0"/>
                <a:cs typeface="Times New Roman" panose="02020603050405020304" pitchFamily="18" charset="0"/>
              </a:rPr>
              <a:t>GaN</a:t>
            </a:r>
            <a:r>
              <a:rPr lang="en-US" sz="2400" dirty="0">
                <a:latin typeface="Times New Roman" panose="02020603050405020304" pitchFamily="18" charset="0"/>
                <a:cs typeface="Times New Roman" panose="02020603050405020304" pitchFamily="18" charset="0"/>
              </a:rPr>
              <a:t> devices, DC-link capacitor, and output filter. </a:t>
            </a:r>
          </a:p>
          <a:p>
            <a:pPr marL="800100" lvl="1"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Simulate the </a:t>
            </a:r>
            <a:r>
              <a:rPr lang="en-US" sz="2400" dirty="0" err="1">
                <a:latin typeface="Times New Roman" panose="02020603050405020304" pitchFamily="18" charset="0"/>
                <a:cs typeface="Times New Roman" panose="02020603050405020304" pitchFamily="18" charset="0"/>
              </a:rPr>
              <a:t>GaN</a:t>
            </a:r>
            <a:r>
              <a:rPr lang="en-US" sz="2400" dirty="0">
                <a:latin typeface="Times New Roman" panose="02020603050405020304" pitchFamily="18" charset="0"/>
                <a:cs typeface="Times New Roman" panose="02020603050405020304" pitchFamily="18" charset="0"/>
              </a:rPr>
              <a:t>-based converter model under various operating conditions, including different temperatures, loads, and input voltages. </a:t>
            </a:r>
          </a:p>
          <a:p>
            <a:pPr marL="800100" lvl="1"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Compare the performance of the </a:t>
            </a:r>
            <a:r>
              <a:rPr lang="en-US" sz="2400" dirty="0" err="1">
                <a:latin typeface="Times New Roman" panose="02020603050405020304" pitchFamily="18" charset="0"/>
                <a:cs typeface="Times New Roman" panose="02020603050405020304" pitchFamily="18" charset="0"/>
              </a:rPr>
              <a:t>GaN</a:t>
            </a:r>
            <a:r>
              <a:rPr lang="en-US" sz="2400" dirty="0">
                <a:latin typeface="Times New Roman" panose="02020603050405020304" pitchFamily="18" charset="0"/>
                <a:cs typeface="Times New Roman" panose="02020603050405020304" pitchFamily="18" charset="0"/>
              </a:rPr>
              <a:t>-based converter with traditional silicon-based inverters.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F9B0C66-B14C-4D60-A7A3-F9A126A65560}" type="slidenum">
              <a:rPr lang="en-IN" smtClean="0"/>
              <a:t>5</a:t>
            </a:fld>
            <a:endParaRPr lang="en-IN"/>
          </a:p>
        </p:txBody>
      </p:sp>
      <p:sp>
        <p:nvSpPr>
          <p:cNvPr id="6" name="Footer Placeholder 7"/>
          <p:cNvSpPr>
            <a:spLocks noGrp="1"/>
          </p:cNvSpPr>
          <p:nvPr>
            <p:ph type="ftr" sz="quarter" idx="11"/>
          </p:nvPr>
        </p:nvSpPr>
        <p:spPr>
          <a:xfrm>
            <a:off x="384163" y="6349715"/>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7" name="Straight Connector 6"/>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47496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154" y="25360"/>
            <a:ext cx="11795972" cy="3604833"/>
          </a:xfrm>
          <a:prstGeom prst="rect">
            <a:avLst/>
          </a:prstGeom>
          <a:noFill/>
        </p:spPr>
        <p:txBody>
          <a:bodyPr wrap="square" rtlCol="0">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LITERATURE SURVEY:</a:t>
            </a:r>
            <a:endParaRPr lang="en-IN" sz="2800" dirty="0">
              <a:latin typeface="Times New Roman" panose="02020603050405020304" pitchFamily="18" charset="0"/>
              <a:cs typeface="Times New Roman" panose="02020603050405020304" pitchFamily="18" charset="0"/>
            </a:endParaRPr>
          </a:p>
          <a:p>
            <a:pPr marL="742950" lvl="1" indent="-285750" algn="just">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Gallium Nitride MOSFET Properties </a:t>
            </a:r>
            <a:r>
              <a:rPr lang="en-US" sz="2400" dirty="0" err="1"/>
              <a:t>Nexperia</a:t>
            </a:r>
            <a:r>
              <a:rPr lang="en-US" sz="2400" dirty="0"/>
              <a:t> Semiconductor (2024) provides datasheet specifications for </a:t>
            </a:r>
            <a:r>
              <a:rPr lang="en-US" sz="2400" dirty="0" err="1"/>
              <a:t>GaN</a:t>
            </a:r>
            <a:r>
              <a:rPr lang="en-US" sz="2400" dirty="0"/>
              <a:t> MOSFETs </a:t>
            </a:r>
          </a:p>
          <a:p>
            <a:pPr marL="742950" lvl="1" indent="-285750" algn="just">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Wide Bandgap Semiconductor Technologies </a:t>
            </a:r>
            <a:r>
              <a:rPr lang="en-US" sz="2400" dirty="0"/>
              <a:t>Millán et al. (2024), in their influential survey published in IEEE Transactions on Power Electronics </a:t>
            </a:r>
          </a:p>
          <a:p>
            <a:pPr algn="just">
              <a:lnSpc>
                <a:spcPct val="150000"/>
              </a:lnSpc>
            </a:pPr>
            <a:endParaRPr lang="en-IN"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F9B0C66-B14C-4D60-A7A3-F9A126A65560}" type="slidenum">
              <a:rPr lang="en-IN" smtClean="0"/>
              <a:t>6</a:t>
            </a:fld>
            <a:endParaRPr lang="en-IN"/>
          </a:p>
        </p:txBody>
      </p:sp>
      <p:sp>
        <p:nvSpPr>
          <p:cNvPr id="6" name="Footer Placeholder 7"/>
          <p:cNvSpPr>
            <a:spLocks noGrp="1"/>
          </p:cNvSpPr>
          <p:nvPr>
            <p:ph type="ftr" sz="quarter" idx="11"/>
          </p:nvPr>
        </p:nvSpPr>
        <p:spPr>
          <a:xfrm>
            <a:off x="384163" y="6349715"/>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7" name="Straight Connector 6"/>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92984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540" y="120989"/>
            <a:ext cx="3240695" cy="661207"/>
          </a:xfrm>
          <a:prstGeom prst="rect">
            <a:avLst/>
          </a:prstGeom>
        </p:spPr>
        <p:txBody>
          <a:bodyPr wrap="none">
            <a:spAutoFit/>
          </a:bodyPr>
          <a:lstStyle/>
          <a:p>
            <a:pPr algn="just">
              <a:lnSpc>
                <a:spcPct val="150000"/>
              </a:lnSpc>
              <a:spcAft>
                <a:spcPts val="0"/>
              </a:spcAft>
            </a:pPr>
            <a:r>
              <a:rPr lang="en-IN" sz="2800" b="1" dirty="0">
                <a:latin typeface="Times New Roman" panose="02020603050405020304" pitchFamily="18" charset="0"/>
                <a:cs typeface="Times New Roman" panose="02020603050405020304" pitchFamily="18" charset="0"/>
              </a:rPr>
              <a:t>METHODOLOGY:</a:t>
            </a:r>
            <a:endParaRPr lang="en-IN" sz="28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p:cNvSpPr>
            <a:spLocks noGrp="1"/>
          </p:cNvSpPr>
          <p:nvPr>
            <p:ph type="sldNum" sz="quarter" idx="12"/>
          </p:nvPr>
        </p:nvSpPr>
        <p:spPr>
          <a:xfrm>
            <a:off x="9220200" y="6410578"/>
            <a:ext cx="2743200" cy="365125"/>
          </a:xfrm>
        </p:spPr>
        <p:txBody>
          <a:bodyPr/>
          <a:lstStyle/>
          <a:p>
            <a:fld id="{BF9B0C66-B14C-4D60-A7A3-F9A126A65560}" type="slidenum">
              <a:rPr lang="en-IN" smtClean="0"/>
              <a:t>7</a:t>
            </a:fld>
            <a:endParaRPr lang="en-IN"/>
          </a:p>
        </p:txBody>
      </p:sp>
      <p:sp>
        <p:nvSpPr>
          <p:cNvPr id="8" name="Footer Placeholder 7"/>
          <p:cNvSpPr>
            <a:spLocks noGrp="1"/>
          </p:cNvSpPr>
          <p:nvPr>
            <p:ph type="ftr" sz="quarter" idx="11"/>
          </p:nvPr>
        </p:nvSpPr>
        <p:spPr>
          <a:xfrm>
            <a:off x="150540" y="6410577"/>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9" name="Straight Connector 8"/>
          <p:cNvCxnSpPr/>
          <p:nvPr/>
        </p:nvCxnSpPr>
        <p:spPr>
          <a:xfrm>
            <a:off x="150540" y="6410577"/>
            <a:ext cx="11724233" cy="0"/>
          </a:xfrm>
          <a:prstGeom prst="line">
            <a:avLst/>
          </a:prstGeom>
        </p:spPr>
        <p:style>
          <a:lnRef idx="2">
            <a:schemeClr val="dk1"/>
          </a:lnRef>
          <a:fillRef idx="0">
            <a:schemeClr val="dk1"/>
          </a:fillRef>
          <a:effectRef idx="1">
            <a:schemeClr val="dk1"/>
          </a:effectRef>
          <a:fontRef idx="minor">
            <a:schemeClr val="tx1"/>
          </a:fontRef>
        </p:style>
      </p:cxnSp>
      <p:sp>
        <p:nvSpPr>
          <p:cNvPr id="3" name="Rectangle 2"/>
          <p:cNvSpPr/>
          <p:nvPr/>
        </p:nvSpPr>
        <p:spPr>
          <a:xfrm>
            <a:off x="4942491" y="5816108"/>
            <a:ext cx="2140330" cy="507831"/>
          </a:xfrm>
          <a:prstGeom prst="rect">
            <a:avLst/>
          </a:prstGeom>
        </p:spPr>
        <p:txBody>
          <a:bodyPr wrap="none">
            <a:spAutoFit/>
          </a:bodyPr>
          <a:lstStyle/>
          <a:p>
            <a:pPr algn="ctr">
              <a:lnSpc>
                <a:spcPct val="150000"/>
              </a:lnSpc>
              <a:spcAft>
                <a:spcPts val="150"/>
              </a:spcAft>
            </a:pPr>
            <a:r>
              <a:rPr lang="en-IN" dirty="0">
                <a:latin typeface="Times New Roman" panose="02020603050405020304" pitchFamily="18" charset="0"/>
                <a:ea typeface="Calibri" panose="020F0502020204030204" pitchFamily="34" charset="0"/>
                <a:cs typeface="Times New Roman" panose="02020603050405020304" pitchFamily="18" charset="0"/>
              </a:rPr>
              <a:t>Fig.1 Block Diagram</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360B7336-A18E-9DF5-ABF2-F876F8D82B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0057" y="1240971"/>
            <a:ext cx="7735078" cy="4210012"/>
          </a:xfrm>
          <a:prstGeom prst="rect">
            <a:avLst/>
          </a:prstGeom>
        </p:spPr>
      </p:pic>
    </p:spTree>
    <p:extLst>
      <p:ext uri="{BB962C8B-B14F-4D97-AF65-F5344CB8AC3E}">
        <p14:creationId xmlns:p14="http://schemas.microsoft.com/office/powerpoint/2010/main" val="2565054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3000" y="508284"/>
            <a:ext cx="450799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ADVANTAGES:</a:t>
            </a:r>
          </a:p>
        </p:txBody>
      </p:sp>
      <p:sp>
        <p:nvSpPr>
          <p:cNvPr id="7" name="Slide Number Placeholder 6"/>
          <p:cNvSpPr>
            <a:spLocks noGrp="1"/>
          </p:cNvSpPr>
          <p:nvPr>
            <p:ph type="sldNum" sz="quarter" idx="12"/>
          </p:nvPr>
        </p:nvSpPr>
        <p:spPr/>
        <p:txBody>
          <a:bodyPr/>
          <a:lstStyle/>
          <a:p>
            <a:fld id="{BF9B0C66-B14C-4D60-A7A3-F9A126A65560}" type="slidenum">
              <a:rPr lang="en-IN" sz="1100" smtClean="0"/>
              <a:t>8</a:t>
            </a:fld>
            <a:endParaRPr lang="en-IN" sz="1100"/>
          </a:p>
        </p:txBody>
      </p:sp>
      <p:sp>
        <p:nvSpPr>
          <p:cNvPr id="6" name="TextBox 5"/>
          <p:cNvSpPr txBox="1"/>
          <p:nvPr/>
        </p:nvSpPr>
        <p:spPr>
          <a:xfrm>
            <a:off x="712143" y="1223734"/>
            <a:ext cx="11262402" cy="3228063"/>
          </a:xfrm>
          <a:prstGeom prst="rect">
            <a:avLst/>
          </a:prstGeom>
          <a:noFill/>
        </p:spPr>
        <p:txBody>
          <a:bodyPr wrap="square" rtlCol="0">
            <a:spAutoFit/>
          </a:bodyPr>
          <a:lstStyle/>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Higher Efficiency</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High Switching Frequency Capability</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Smaller Size &amp; Weight</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Better Power Density</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Thermal Performance</a:t>
            </a:r>
          </a:p>
          <a:p>
            <a:pPr lvl="0">
              <a:lnSpc>
                <a:spcPct val="150000"/>
              </a:lnSpc>
            </a:pPr>
            <a:r>
              <a:rPr lang="en-IN" dirty="0">
                <a:latin typeface="Times New Roman" panose="02020603050405020304" pitchFamily="18" charset="0"/>
                <a:cs typeface="Times New Roman" panose="02020603050405020304" pitchFamily="18" charset="0"/>
              </a:rPr>
              <a:t>       (Lower losses             reduce heating            smaller heatsinks)</a:t>
            </a:r>
          </a:p>
        </p:txBody>
      </p:sp>
      <p:sp>
        <p:nvSpPr>
          <p:cNvPr id="11" name="Footer Placeholder 7"/>
          <p:cNvSpPr>
            <a:spLocks noGrp="1"/>
          </p:cNvSpPr>
          <p:nvPr>
            <p:ph type="ftr" sz="quarter" idx="11"/>
          </p:nvPr>
        </p:nvSpPr>
        <p:spPr>
          <a:xfrm>
            <a:off x="384163" y="6349715"/>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12" name="Straight Connector 11"/>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B2145B7F-C0FC-8073-E378-A5070E519BEC}"/>
              </a:ext>
            </a:extLst>
          </p:cNvPr>
          <p:cNvCxnSpPr/>
          <p:nvPr/>
        </p:nvCxnSpPr>
        <p:spPr>
          <a:xfrm>
            <a:off x="2587058" y="4250094"/>
            <a:ext cx="5691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F7DE8B3-84C9-1DD7-376E-25472FD8A50F}"/>
              </a:ext>
            </a:extLst>
          </p:cNvPr>
          <p:cNvCxnSpPr/>
          <p:nvPr/>
        </p:nvCxnSpPr>
        <p:spPr>
          <a:xfrm>
            <a:off x="4603103" y="4236098"/>
            <a:ext cx="5691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6819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0463F3A-53AE-4680-7631-FAD76AEE47EF}"/>
              </a:ext>
            </a:extLst>
          </p:cNvPr>
          <p:cNvSpPr>
            <a:spLocks noGrp="1"/>
          </p:cNvSpPr>
          <p:nvPr>
            <p:ph type="ftr" sz="quarter" idx="11"/>
          </p:nvPr>
        </p:nvSpPr>
        <p:spPr>
          <a:xfrm>
            <a:off x="653143" y="6356350"/>
            <a:ext cx="10700657" cy="365125"/>
          </a:xfrm>
        </p:spPr>
        <p:txBody>
          <a:bodyPr/>
          <a:lstStyle/>
          <a:p>
            <a:r>
              <a:rPr lang="en-IN" dirty="0"/>
              <a:t>EEE DEPT SDMCET                                                                                                                           Wide Bandgap Gallium Nitride (</a:t>
            </a:r>
            <a:r>
              <a:rPr lang="en-IN" dirty="0" err="1"/>
              <a:t>GaN</a:t>
            </a:r>
            <a:r>
              <a:rPr lang="en-IN" dirty="0"/>
              <a:t>) Based DC-DC Converter model</a:t>
            </a:r>
          </a:p>
        </p:txBody>
      </p:sp>
      <p:sp>
        <p:nvSpPr>
          <p:cNvPr id="3" name="Slide Number Placeholder 2">
            <a:extLst>
              <a:ext uri="{FF2B5EF4-FFF2-40B4-BE49-F238E27FC236}">
                <a16:creationId xmlns:a16="http://schemas.microsoft.com/office/drawing/2014/main" id="{00E63213-09C5-63BF-F46C-2306C1261CBB}"/>
              </a:ext>
            </a:extLst>
          </p:cNvPr>
          <p:cNvSpPr>
            <a:spLocks noGrp="1"/>
          </p:cNvSpPr>
          <p:nvPr>
            <p:ph type="sldNum" sz="quarter" idx="12"/>
          </p:nvPr>
        </p:nvSpPr>
        <p:spPr/>
        <p:txBody>
          <a:bodyPr/>
          <a:lstStyle/>
          <a:p>
            <a:fld id="{BF9B0C66-B14C-4D60-A7A3-F9A126A65560}" type="slidenum">
              <a:rPr lang="en-IN" smtClean="0"/>
              <a:t>9</a:t>
            </a:fld>
            <a:endParaRPr lang="en-IN"/>
          </a:p>
        </p:txBody>
      </p:sp>
      <p:sp>
        <p:nvSpPr>
          <p:cNvPr id="4" name="TextBox 3">
            <a:extLst>
              <a:ext uri="{FF2B5EF4-FFF2-40B4-BE49-F238E27FC236}">
                <a16:creationId xmlns:a16="http://schemas.microsoft.com/office/drawing/2014/main" id="{B17DB07F-9614-4CDC-90DE-CF52F91F54D5}"/>
              </a:ext>
            </a:extLst>
          </p:cNvPr>
          <p:cNvSpPr txBox="1"/>
          <p:nvPr/>
        </p:nvSpPr>
        <p:spPr>
          <a:xfrm>
            <a:off x="556996" y="687620"/>
            <a:ext cx="621792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DISADVANTAGES</a:t>
            </a:r>
            <a:r>
              <a:rPr lang="en-IN" sz="2400" b="1" dirty="0"/>
              <a:t>:</a:t>
            </a:r>
          </a:p>
        </p:txBody>
      </p:sp>
      <p:sp>
        <p:nvSpPr>
          <p:cNvPr id="5" name="TextBox 4">
            <a:extLst>
              <a:ext uri="{FF2B5EF4-FFF2-40B4-BE49-F238E27FC236}">
                <a16:creationId xmlns:a16="http://schemas.microsoft.com/office/drawing/2014/main" id="{60B703AD-C89F-617A-57FC-CDF833882048}"/>
              </a:ext>
            </a:extLst>
          </p:cNvPr>
          <p:cNvSpPr txBox="1"/>
          <p:nvPr/>
        </p:nvSpPr>
        <p:spPr>
          <a:xfrm>
            <a:off x="795130" y="1304848"/>
            <a:ext cx="10601739" cy="1687963"/>
          </a:xfrm>
          <a:prstGeom prst="rect">
            <a:avLst/>
          </a:prstGeom>
          <a:noFill/>
        </p:spPr>
        <p:txBody>
          <a:bodyPr wrap="square" rtlCol="0">
            <a:spAutoFit/>
          </a:bodyPr>
          <a:lstStyle/>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Higher Cost</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Complex Gate Driving Requirements</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Layout Sensitivity</a:t>
            </a:r>
          </a:p>
        </p:txBody>
      </p:sp>
      <p:cxnSp>
        <p:nvCxnSpPr>
          <p:cNvPr id="6" name="Straight Connector 5">
            <a:extLst>
              <a:ext uri="{FF2B5EF4-FFF2-40B4-BE49-F238E27FC236}">
                <a16:creationId xmlns:a16="http://schemas.microsoft.com/office/drawing/2014/main" id="{6B32DAB9-91F9-D786-0DE3-BFF847A330F5}"/>
              </a:ext>
            </a:extLst>
          </p:cNvPr>
          <p:cNvCxnSpPr/>
          <p:nvPr/>
        </p:nvCxnSpPr>
        <p:spPr>
          <a:xfrm>
            <a:off x="233883" y="6370579"/>
            <a:ext cx="117242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91621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73CE3-D59C-6C2E-1884-9921EC66672D}"/>
            </a:ext>
          </a:extLst>
        </p:cNvPr>
        <p:cNvGrpSpPr/>
        <p:nvPr/>
      </p:nvGrpSpPr>
      <p:grpSpPr>
        <a:xfrm>
          <a:off x="0" y="0"/>
          <a:ext cx="0" cy="0"/>
          <a:chOff x="0" y="0"/>
          <a:chExt cx="0" cy="0"/>
        </a:xfrm>
      </p:grpSpPr>
      <p:sp>
        <p:nvSpPr>
          <p:cNvPr id="8" name="Footer Placeholder 7">
            <a:extLst>
              <a:ext uri="{FF2B5EF4-FFF2-40B4-BE49-F238E27FC236}">
                <a16:creationId xmlns:a16="http://schemas.microsoft.com/office/drawing/2014/main" id="{8270211C-2957-A29F-3B14-0ACCB37FC34D}"/>
              </a:ext>
            </a:extLst>
          </p:cNvPr>
          <p:cNvSpPr>
            <a:spLocks noGrp="1"/>
          </p:cNvSpPr>
          <p:nvPr>
            <p:ph type="ftr" sz="quarter" idx="11"/>
          </p:nvPr>
        </p:nvSpPr>
        <p:spPr>
          <a:xfrm>
            <a:off x="727788" y="6356350"/>
            <a:ext cx="10515600" cy="365125"/>
          </a:xfrm>
        </p:spPr>
        <p:txBody>
          <a:bodyPr/>
          <a:lstStyle/>
          <a:p>
            <a:r>
              <a:rPr lang="en-IN" dirty="0"/>
              <a:t>EEE DEPT SDMCET                                                                                                                         Wide Bandgap Gallium Nitride (</a:t>
            </a:r>
            <a:r>
              <a:rPr lang="en-IN" dirty="0" err="1"/>
              <a:t>GaN</a:t>
            </a:r>
            <a:r>
              <a:rPr lang="en-IN" dirty="0"/>
              <a:t>) Based DC-DC Converter model</a:t>
            </a:r>
          </a:p>
        </p:txBody>
      </p:sp>
      <p:sp>
        <p:nvSpPr>
          <p:cNvPr id="5" name="Slide Number Placeholder 4">
            <a:extLst>
              <a:ext uri="{FF2B5EF4-FFF2-40B4-BE49-F238E27FC236}">
                <a16:creationId xmlns:a16="http://schemas.microsoft.com/office/drawing/2014/main" id="{ED2EA714-4B4E-0132-D457-F0F98155CBF0}"/>
              </a:ext>
            </a:extLst>
          </p:cNvPr>
          <p:cNvSpPr>
            <a:spLocks noGrp="1"/>
          </p:cNvSpPr>
          <p:nvPr>
            <p:ph type="sldNum" sz="quarter" idx="12"/>
          </p:nvPr>
        </p:nvSpPr>
        <p:spPr>
          <a:xfrm>
            <a:off x="8610600" y="6356350"/>
            <a:ext cx="2743200" cy="365125"/>
          </a:xfrm>
        </p:spPr>
        <p:txBody>
          <a:bodyPr/>
          <a:lstStyle/>
          <a:p>
            <a:fld id="{BF9B0C66-B14C-4D60-A7A3-F9A126A65560}" type="slidenum">
              <a:rPr lang="en-IN" smtClean="0"/>
              <a:pPr/>
              <a:t>10</a:t>
            </a:fld>
            <a:endParaRPr lang="en-IN"/>
          </a:p>
        </p:txBody>
      </p:sp>
      <p:cxnSp>
        <p:nvCxnSpPr>
          <p:cNvPr id="9" name="Straight Connector 8">
            <a:extLst>
              <a:ext uri="{FF2B5EF4-FFF2-40B4-BE49-F238E27FC236}">
                <a16:creationId xmlns:a16="http://schemas.microsoft.com/office/drawing/2014/main" id="{C914B053-31B1-517E-1BF5-FB2EFDCFFE72}"/>
              </a:ext>
            </a:extLst>
          </p:cNvPr>
          <p:cNvCxnSpPr/>
          <p:nvPr/>
        </p:nvCxnSpPr>
        <p:spPr>
          <a:xfrm>
            <a:off x="233883" y="6356350"/>
            <a:ext cx="11724233" cy="0"/>
          </a:xfrm>
          <a:prstGeom prst="line">
            <a:avLst/>
          </a:prstGeom>
        </p:spPr>
        <p:style>
          <a:lnRef idx="2">
            <a:schemeClr val="dk1"/>
          </a:lnRef>
          <a:fillRef idx="0">
            <a:schemeClr val="dk1"/>
          </a:fillRef>
          <a:effectRef idx="1">
            <a:schemeClr val="dk1"/>
          </a:effectRef>
          <a:fontRef idx="minor">
            <a:schemeClr val="tx1"/>
          </a:fontRef>
        </p:style>
      </p:cxnSp>
      <p:sp>
        <p:nvSpPr>
          <p:cNvPr id="4" name="Rectangle 4">
            <a:extLst>
              <a:ext uri="{FF2B5EF4-FFF2-40B4-BE49-F238E27FC236}">
                <a16:creationId xmlns:a16="http://schemas.microsoft.com/office/drawing/2014/main" id="{58908A9E-2ACF-4329-D086-B7CF51629AE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AC94ABCD-1243-7CC8-8627-F6F0A835DECD}"/>
              </a:ext>
            </a:extLst>
          </p:cNvPr>
          <p:cNvSpPr>
            <a:spLocks noChangeArrowheads="1"/>
          </p:cNvSpPr>
          <p:nvPr/>
        </p:nvSpPr>
        <p:spPr bwMode="auto">
          <a:xfrm>
            <a:off x="0" y="84375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Fig.5.4 Datasheet of 12v lead acid battery</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2EA84146-C7AC-5FFD-617A-2617D4438741}"/>
              </a:ext>
            </a:extLst>
          </p:cNvPr>
          <p:cNvSpPr/>
          <p:nvPr/>
        </p:nvSpPr>
        <p:spPr>
          <a:xfrm>
            <a:off x="2978300" y="5813753"/>
            <a:ext cx="5770746" cy="463397"/>
          </a:xfrm>
          <a:prstGeom prst="rect">
            <a:avLst/>
          </a:prstGeom>
        </p:spPr>
        <p:txBody>
          <a:bodyPr wrap="none">
            <a:spAutoFit/>
          </a:bodyPr>
          <a:lstStyle/>
          <a:p>
            <a:pPr algn="ctr">
              <a:lnSpc>
                <a:spcPct val="150000"/>
              </a:lnSpc>
              <a:spcAft>
                <a:spcPts val="150"/>
              </a:spcAft>
            </a:pPr>
            <a:r>
              <a:rPr lang="en-IN" dirty="0">
                <a:latin typeface="Times New Roman" panose="02020603050405020304" pitchFamily="18" charset="0"/>
                <a:ea typeface="Calibri" panose="020F0502020204030204" pitchFamily="34" charset="0"/>
                <a:cs typeface="Times New Roman" panose="02020603050405020304" pitchFamily="18" charset="0"/>
              </a:rPr>
              <a:t>Fig. </a:t>
            </a:r>
            <a:r>
              <a:rPr lang="en-IN" dirty="0" err="1">
                <a:latin typeface="Times New Roman" panose="02020603050405020304" pitchFamily="18" charset="0"/>
                <a:ea typeface="Calibri" panose="020F0502020204030204" pitchFamily="34" charset="0"/>
                <a:cs typeface="Times New Roman" panose="02020603050405020304" pitchFamily="18" charset="0"/>
              </a:rPr>
              <a:t>LTspice</a:t>
            </a:r>
            <a:r>
              <a:rPr lang="en-IN" dirty="0">
                <a:latin typeface="Times New Roman" panose="02020603050405020304" pitchFamily="18" charset="0"/>
                <a:ea typeface="Calibri" panose="020F0502020204030204" pitchFamily="34" charset="0"/>
                <a:cs typeface="Times New Roman" panose="02020603050405020304" pitchFamily="18" charset="0"/>
              </a:rPr>
              <a:t> simulation circuit of Si based DC-DC converter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8DD6CC11-C077-7B29-FA43-896F66E387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723" y="164561"/>
            <a:ext cx="10363824" cy="5598851"/>
          </a:xfrm>
          <a:prstGeom prst="rect">
            <a:avLst/>
          </a:prstGeom>
        </p:spPr>
      </p:pic>
    </p:spTree>
    <p:extLst>
      <p:ext uri="{BB962C8B-B14F-4D97-AF65-F5344CB8AC3E}">
        <p14:creationId xmlns:p14="http://schemas.microsoft.com/office/powerpoint/2010/main" val="2891570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909C9-A639-4E6F-EA7B-4BC46D7A9F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082C842-2D1B-CB82-BFFD-EBF53B9848B6}"/>
              </a:ext>
            </a:extLst>
          </p:cNvPr>
          <p:cNvSpPr/>
          <p:nvPr/>
        </p:nvSpPr>
        <p:spPr>
          <a:xfrm>
            <a:off x="304800" y="-268235"/>
            <a:ext cx="10805223" cy="822789"/>
          </a:xfrm>
          <a:prstGeom prst="rect">
            <a:avLst/>
          </a:prstGeom>
        </p:spPr>
        <p:txBody>
          <a:bodyPr wrap="square">
            <a:spAutoFit/>
          </a:bodyPr>
          <a:lstStyle/>
          <a:p>
            <a:pPr algn="just">
              <a:lnSpc>
                <a:spcPct val="200000"/>
              </a:lnSpc>
            </a:pPr>
            <a:r>
              <a:rPr lang="en-IN" sz="2800" b="1" dirty="0">
                <a:latin typeface="Times New Roman" panose="02020603050405020304" pitchFamily="18" charset="0"/>
                <a:cs typeface="Times New Roman" panose="02020603050405020304" pitchFamily="18" charset="0"/>
              </a:rPr>
              <a:t>OUTPUT:</a:t>
            </a:r>
            <a:endParaRPr lang="en-IN" sz="2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439AE43-2711-7FAF-5BC9-D5D0A0758213}"/>
              </a:ext>
            </a:extLst>
          </p:cNvPr>
          <p:cNvSpPr>
            <a:spLocks noGrp="1"/>
          </p:cNvSpPr>
          <p:nvPr>
            <p:ph type="sldNum" sz="quarter" idx="12"/>
          </p:nvPr>
        </p:nvSpPr>
        <p:spPr>
          <a:xfrm>
            <a:off x="9159177" y="6435035"/>
            <a:ext cx="2743200" cy="365125"/>
          </a:xfrm>
        </p:spPr>
        <p:txBody>
          <a:bodyPr/>
          <a:lstStyle/>
          <a:p>
            <a:fld id="{BF9B0C66-B14C-4D60-A7A3-F9A126A65560}" type="slidenum">
              <a:rPr lang="en-IN" smtClean="0"/>
              <a:t>11</a:t>
            </a:fld>
            <a:endParaRPr lang="en-IN" dirty="0"/>
          </a:p>
        </p:txBody>
      </p:sp>
      <p:sp>
        <p:nvSpPr>
          <p:cNvPr id="7" name="Footer Placeholder 7">
            <a:extLst>
              <a:ext uri="{FF2B5EF4-FFF2-40B4-BE49-F238E27FC236}">
                <a16:creationId xmlns:a16="http://schemas.microsoft.com/office/drawing/2014/main" id="{18CCF995-A4D8-8DF7-7A66-D837B46B3099}"/>
              </a:ext>
            </a:extLst>
          </p:cNvPr>
          <p:cNvSpPr>
            <a:spLocks noGrp="1"/>
          </p:cNvSpPr>
          <p:nvPr>
            <p:ph type="ftr" sz="quarter" idx="11"/>
          </p:nvPr>
        </p:nvSpPr>
        <p:spPr>
          <a:xfrm>
            <a:off x="304800" y="6349715"/>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8" name="Straight Connector 7">
            <a:extLst>
              <a:ext uri="{FF2B5EF4-FFF2-40B4-BE49-F238E27FC236}">
                <a16:creationId xmlns:a16="http://schemas.microsoft.com/office/drawing/2014/main" id="{9D130698-2F30-7168-BB17-D7364ED08E92}"/>
              </a:ext>
            </a:extLst>
          </p:cNvPr>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pic>
        <p:nvPicPr>
          <p:cNvPr id="4" name="Picture 3">
            <a:extLst>
              <a:ext uri="{FF2B5EF4-FFF2-40B4-BE49-F238E27FC236}">
                <a16:creationId xmlns:a16="http://schemas.microsoft.com/office/drawing/2014/main" id="{522751C1-FBD2-0143-D5F6-912D765E3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408" y="759827"/>
            <a:ext cx="10583399" cy="5034099"/>
          </a:xfrm>
          <a:prstGeom prst="rect">
            <a:avLst/>
          </a:prstGeom>
        </p:spPr>
      </p:pic>
    </p:spTree>
    <p:extLst>
      <p:ext uri="{BB962C8B-B14F-4D97-AF65-F5344CB8AC3E}">
        <p14:creationId xmlns:p14="http://schemas.microsoft.com/office/powerpoint/2010/main" val="427088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08B5E-8BF3-1509-387D-029C1042045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CD349B-A129-392A-87A9-7171498228D0}"/>
              </a:ext>
            </a:extLst>
          </p:cNvPr>
          <p:cNvSpPr>
            <a:spLocks noGrp="1"/>
          </p:cNvSpPr>
          <p:nvPr>
            <p:ph type="sldNum" sz="quarter" idx="12"/>
          </p:nvPr>
        </p:nvSpPr>
        <p:spPr>
          <a:xfrm>
            <a:off x="9159177" y="6435035"/>
            <a:ext cx="2743200" cy="365125"/>
          </a:xfrm>
        </p:spPr>
        <p:txBody>
          <a:bodyPr/>
          <a:lstStyle/>
          <a:p>
            <a:fld id="{BF9B0C66-B14C-4D60-A7A3-F9A126A65560}" type="slidenum">
              <a:rPr lang="en-IN" smtClean="0"/>
              <a:t>12</a:t>
            </a:fld>
            <a:endParaRPr lang="en-IN" dirty="0"/>
          </a:p>
        </p:txBody>
      </p:sp>
      <p:sp>
        <p:nvSpPr>
          <p:cNvPr id="7" name="Footer Placeholder 7">
            <a:extLst>
              <a:ext uri="{FF2B5EF4-FFF2-40B4-BE49-F238E27FC236}">
                <a16:creationId xmlns:a16="http://schemas.microsoft.com/office/drawing/2014/main" id="{CB6FCEF2-EC70-1743-E0C3-6AC1F3F36903}"/>
              </a:ext>
            </a:extLst>
          </p:cNvPr>
          <p:cNvSpPr>
            <a:spLocks noGrp="1"/>
          </p:cNvSpPr>
          <p:nvPr>
            <p:ph type="ftr" sz="quarter" idx="11"/>
          </p:nvPr>
        </p:nvSpPr>
        <p:spPr>
          <a:xfrm>
            <a:off x="0" y="6391413"/>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8" name="Straight Connector 7">
            <a:extLst>
              <a:ext uri="{FF2B5EF4-FFF2-40B4-BE49-F238E27FC236}">
                <a16:creationId xmlns:a16="http://schemas.microsoft.com/office/drawing/2014/main" id="{DDD301AC-301D-8BAA-AEE5-97C183D3B00D}"/>
              </a:ext>
            </a:extLst>
          </p:cNvPr>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2CF31ABF-4BEF-DAC9-8075-07CF2FE78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150" y="335904"/>
            <a:ext cx="10935479" cy="5505059"/>
          </a:xfrm>
          <a:prstGeom prst="rect">
            <a:avLst/>
          </a:prstGeom>
        </p:spPr>
      </p:pic>
    </p:spTree>
    <p:extLst>
      <p:ext uri="{BB962C8B-B14F-4D97-AF65-F5344CB8AC3E}">
        <p14:creationId xmlns:p14="http://schemas.microsoft.com/office/powerpoint/2010/main" val="1546273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518B-E4FD-D384-15D0-06D868E08F7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EBE436-1C68-712A-C792-D224E732F71F}"/>
              </a:ext>
            </a:extLst>
          </p:cNvPr>
          <p:cNvSpPr>
            <a:spLocks noGrp="1"/>
          </p:cNvSpPr>
          <p:nvPr>
            <p:ph type="ftr" sz="quarter" idx="11"/>
          </p:nvPr>
        </p:nvSpPr>
        <p:spPr>
          <a:xfrm>
            <a:off x="-1" y="6356350"/>
            <a:ext cx="12017829" cy="365125"/>
          </a:xfrm>
        </p:spPr>
        <p:txBody>
          <a:bodyPr/>
          <a:lstStyle/>
          <a:p>
            <a:r>
              <a:rPr lang="en-IN" dirty="0"/>
              <a:t>EEE DEPT SDMCET                                                                                                                                                           Wide Bandgap Gallium Nitride (</a:t>
            </a:r>
            <a:r>
              <a:rPr lang="en-IN" dirty="0" err="1"/>
              <a:t>GaN</a:t>
            </a:r>
            <a:r>
              <a:rPr lang="en-IN" dirty="0"/>
              <a:t>) Based DC-DC Converter model</a:t>
            </a:r>
          </a:p>
        </p:txBody>
      </p:sp>
      <p:sp>
        <p:nvSpPr>
          <p:cNvPr id="3" name="Slide Number Placeholder 2">
            <a:extLst>
              <a:ext uri="{FF2B5EF4-FFF2-40B4-BE49-F238E27FC236}">
                <a16:creationId xmlns:a16="http://schemas.microsoft.com/office/drawing/2014/main" id="{3A972927-5131-66D9-4123-DE04DF7E9B5B}"/>
              </a:ext>
            </a:extLst>
          </p:cNvPr>
          <p:cNvSpPr>
            <a:spLocks noGrp="1"/>
          </p:cNvSpPr>
          <p:nvPr>
            <p:ph type="sldNum" sz="quarter" idx="12"/>
          </p:nvPr>
        </p:nvSpPr>
        <p:spPr/>
        <p:txBody>
          <a:bodyPr/>
          <a:lstStyle/>
          <a:p>
            <a:fld id="{BF9B0C66-B14C-4D60-A7A3-F9A126A65560}" type="slidenum">
              <a:rPr lang="en-IN" smtClean="0"/>
              <a:t>13</a:t>
            </a:fld>
            <a:endParaRPr lang="en-IN"/>
          </a:p>
        </p:txBody>
      </p:sp>
      <p:pic>
        <p:nvPicPr>
          <p:cNvPr id="5" name="Picture 4">
            <a:extLst>
              <a:ext uri="{FF2B5EF4-FFF2-40B4-BE49-F238E27FC236}">
                <a16:creationId xmlns:a16="http://schemas.microsoft.com/office/drawing/2014/main" id="{E0CC8566-A3B3-896E-7280-2A40858EC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142" y="136524"/>
            <a:ext cx="10888825" cy="5807075"/>
          </a:xfrm>
          <a:prstGeom prst="rect">
            <a:avLst/>
          </a:prstGeom>
        </p:spPr>
      </p:pic>
    </p:spTree>
    <p:extLst>
      <p:ext uri="{BB962C8B-B14F-4D97-AF65-F5344CB8AC3E}">
        <p14:creationId xmlns:p14="http://schemas.microsoft.com/office/powerpoint/2010/main" val="1026363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F3CC0-B20B-D7AD-DC4A-06657BFB664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D48264-8D61-085C-D047-F2E9E4BAC1D3}"/>
              </a:ext>
            </a:extLst>
          </p:cNvPr>
          <p:cNvSpPr>
            <a:spLocks noGrp="1"/>
          </p:cNvSpPr>
          <p:nvPr>
            <p:ph type="ftr" sz="quarter" idx="11"/>
          </p:nvPr>
        </p:nvSpPr>
        <p:spPr>
          <a:xfrm>
            <a:off x="317241" y="6356350"/>
            <a:ext cx="11140751" cy="365125"/>
          </a:xfrm>
        </p:spPr>
        <p:txBody>
          <a:bodyPr/>
          <a:lstStyle/>
          <a:p>
            <a:r>
              <a:rPr lang="en-IN" dirty="0"/>
              <a:t>EEE DEPT SDMCET                                                                                                                                 Wide Bandgap Gallium Nitride (</a:t>
            </a:r>
            <a:r>
              <a:rPr lang="en-IN" dirty="0" err="1"/>
              <a:t>GaN</a:t>
            </a:r>
            <a:r>
              <a:rPr lang="en-IN" dirty="0"/>
              <a:t>) Based DC-DC Converter model</a:t>
            </a:r>
          </a:p>
        </p:txBody>
      </p:sp>
      <p:sp>
        <p:nvSpPr>
          <p:cNvPr id="3" name="Slide Number Placeholder 2">
            <a:extLst>
              <a:ext uri="{FF2B5EF4-FFF2-40B4-BE49-F238E27FC236}">
                <a16:creationId xmlns:a16="http://schemas.microsoft.com/office/drawing/2014/main" id="{8A8536AB-4969-9C24-F515-82F9FF46A5D0}"/>
              </a:ext>
            </a:extLst>
          </p:cNvPr>
          <p:cNvSpPr>
            <a:spLocks noGrp="1"/>
          </p:cNvSpPr>
          <p:nvPr>
            <p:ph type="sldNum" sz="quarter" idx="12"/>
          </p:nvPr>
        </p:nvSpPr>
        <p:spPr/>
        <p:txBody>
          <a:bodyPr/>
          <a:lstStyle/>
          <a:p>
            <a:fld id="{BF9B0C66-B14C-4D60-A7A3-F9A126A65560}" type="slidenum">
              <a:rPr lang="en-IN" smtClean="0"/>
              <a:t>14</a:t>
            </a:fld>
            <a:endParaRPr lang="en-IN"/>
          </a:p>
        </p:txBody>
      </p:sp>
      <p:pic>
        <p:nvPicPr>
          <p:cNvPr id="5" name="Picture 4">
            <a:extLst>
              <a:ext uri="{FF2B5EF4-FFF2-40B4-BE49-F238E27FC236}">
                <a16:creationId xmlns:a16="http://schemas.microsoft.com/office/drawing/2014/main" id="{82195744-BC8F-7719-636E-7F010998D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029" y="214604"/>
            <a:ext cx="10058400" cy="5691674"/>
          </a:xfrm>
          <a:prstGeom prst="rect">
            <a:avLst/>
          </a:prstGeom>
        </p:spPr>
      </p:pic>
    </p:spTree>
    <p:extLst>
      <p:ext uri="{BB962C8B-B14F-4D97-AF65-F5344CB8AC3E}">
        <p14:creationId xmlns:p14="http://schemas.microsoft.com/office/powerpoint/2010/main" val="2779950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FFFF9-39D0-67C3-31F5-1E271545B6F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73467C-2CD3-C659-3419-45B6F7F8CD16}"/>
              </a:ext>
            </a:extLst>
          </p:cNvPr>
          <p:cNvSpPr>
            <a:spLocks noGrp="1"/>
          </p:cNvSpPr>
          <p:nvPr>
            <p:ph type="ftr" sz="quarter" idx="11"/>
          </p:nvPr>
        </p:nvSpPr>
        <p:spPr>
          <a:xfrm>
            <a:off x="233265" y="6356350"/>
            <a:ext cx="11457992" cy="365125"/>
          </a:xfrm>
        </p:spPr>
        <p:txBody>
          <a:bodyPr/>
          <a:lstStyle/>
          <a:p>
            <a:r>
              <a:rPr lang="en-IN" dirty="0"/>
              <a:t>EEE DEPT SDMCET                                                                                                                                          Wide Bandgap Gallium Nitride (</a:t>
            </a:r>
            <a:r>
              <a:rPr lang="en-IN" dirty="0" err="1"/>
              <a:t>GaN</a:t>
            </a:r>
            <a:r>
              <a:rPr lang="en-IN" dirty="0"/>
              <a:t>) Based DC-DC Converter model</a:t>
            </a:r>
          </a:p>
        </p:txBody>
      </p:sp>
      <p:sp>
        <p:nvSpPr>
          <p:cNvPr id="3" name="Slide Number Placeholder 2">
            <a:extLst>
              <a:ext uri="{FF2B5EF4-FFF2-40B4-BE49-F238E27FC236}">
                <a16:creationId xmlns:a16="http://schemas.microsoft.com/office/drawing/2014/main" id="{6C18B162-9E8D-004B-06AC-0CEAC0EF98A4}"/>
              </a:ext>
            </a:extLst>
          </p:cNvPr>
          <p:cNvSpPr>
            <a:spLocks noGrp="1"/>
          </p:cNvSpPr>
          <p:nvPr>
            <p:ph type="sldNum" sz="quarter" idx="12"/>
          </p:nvPr>
        </p:nvSpPr>
        <p:spPr/>
        <p:txBody>
          <a:bodyPr/>
          <a:lstStyle/>
          <a:p>
            <a:fld id="{BF9B0C66-B14C-4D60-A7A3-F9A126A65560}" type="slidenum">
              <a:rPr lang="en-IN" smtClean="0"/>
              <a:t>15</a:t>
            </a:fld>
            <a:endParaRPr lang="en-IN"/>
          </a:p>
        </p:txBody>
      </p:sp>
      <p:pic>
        <p:nvPicPr>
          <p:cNvPr id="17" name="Picture 16">
            <a:extLst>
              <a:ext uri="{FF2B5EF4-FFF2-40B4-BE49-F238E27FC236}">
                <a16:creationId xmlns:a16="http://schemas.microsoft.com/office/drawing/2014/main" id="{F27B6632-E8AC-292C-B4F3-DA38EF43E0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763" y="358140"/>
            <a:ext cx="10375642" cy="5426840"/>
          </a:xfrm>
          <a:prstGeom prst="rect">
            <a:avLst/>
          </a:prstGeom>
        </p:spPr>
      </p:pic>
      <p:sp>
        <p:nvSpPr>
          <p:cNvPr id="18" name="Rectangle 17">
            <a:extLst>
              <a:ext uri="{FF2B5EF4-FFF2-40B4-BE49-F238E27FC236}">
                <a16:creationId xmlns:a16="http://schemas.microsoft.com/office/drawing/2014/main" id="{34CD4D77-A139-5F1E-63C1-C2D23871FCC7}"/>
              </a:ext>
            </a:extLst>
          </p:cNvPr>
          <p:cNvSpPr/>
          <p:nvPr/>
        </p:nvSpPr>
        <p:spPr>
          <a:xfrm>
            <a:off x="2843648" y="5813753"/>
            <a:ext cx="6040051" cy="463397"/>
          </a:xfrm>
          <a:prstGeom prst="rect">
            <a:avLst/>
          </a:prstGeom>
        </p:spPr>
        <p:txBody>
          <a:bodyPr wrap="none">
            <a:spAutoFit/>
          </a:bodyPr>
          <a:lstStyle/>
          <a:p>
            <a:pPr algn="ctr">
              <a:lnSpc>
                <a:spcPct val="150000"/>
              </a:lnSpc>
              <a:spcAft>
                <a:spcPts val="150"/>
              </a:spcAft>
            </a:pPr>
            <a:r>
              <a:rPr lang="en-IN" dirty="0">
                <a:latin typeface="Times New Roman" panose="02020603050405020304" pitchFamily="18" charset="0"/>
                <a:ea typeface="Calibri" panose="020F0502020204030204" pitchFamily="34" charset="0"/>
                <a:cs typeface="Times New Roman" panose="02020603050405020304" pitchFamily="18" charset="0"/>
              </a:rPr>
              <a:t>Fig. </a:t>
            </a:r>
            <a:r>
              <a:rPr lang="en-IN" dirty="0" err="1">
                <a:latin typeface="Times New Roman" panose="02020603050405020304" pitchFamily="18" charset="0"/>
                <a:ea typeface="Calibri" panose="020F0502020204030204" pitchFamily="34" charset="0"/>
                <a:cs typeface="Times New Roman" panose="02020603050405020304" pitchFamily="18" charset="0"/>
              </a:rPr>
              <a:t>LTspice</a:t>
            </a:r>
            <a:r>
              <a:rPr lang="en-IN" dirty="0">
                <a:latin typeface="Times New Roman" panose="02020603050405020304" pitchFamily="18" charset="0"/>
                <a:ea typeface="Calibri" panose="020F0502020204030204" pitchFamily="34" charset="0"/>
                <a:cs typeface="Times New Roman" panose="02020603050405020304" pitchFamily="18" charset="0"/>
              </a:rPr>
              <a:t> simulation circuit of </a:t>
            </a:r>
            <a:r>
              <a:rPr lang="en-IN" dirty="0" err="1">
                <a:latin typeface="Times New Roman" panose="02020603050405020304" pitchFamily="18" charset="0"/>
                <a:ea typeface="Calibri" panose="020F0502020204030204" pitchFamily="34" charset="0"/>
                <a:cs typeface="Times New Roman" panose="02020603050405020304" pitchFamily="18" charset="0"/>
              </a:rPr>
              <a:t>GaN</a:t>
            </a:r>
            <a:r>
              <a:rPr lang="en-IN" dirty="0">
                <a:latin typeface="Times New Roman" panose="02020603050405020304" pitchFamily="18" charset="0"/>
                <a:ea typeface="Calibri" panose="020F0502020204030204" pitchFamily="34" charset="0"/>
                <a:cs typeface="Times New Roman" panose="02020603050405020304" pitchFamily="18" charset="0"/>
              </a:rPr>
              <a:t> based DC-DC converter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C4930B19-482C-CBA0-4CF1-D51A6E08E0AC}"/>
              </a:ext>
            </a:extLst>
          </p:cNvPr>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5425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876" y="0"/>
            <a:ext cx="2719014" cy="523220"/>
          </a:xfrm>
          <a:prstGeom prst="rect">
            <a:avLst/>
          </a:prstGeom>
        </p:spPr>
        <p:txBody>
          <a:bodyPr wrap="none">
            <a:spAutoFit/>
          </a:bodyPr>
          <a:lstStyle/>
          <a:p>
            <a:r>
              <a:rPr lang="en-IN" sz="2800" b="1" dirty="0">
                <a:latin typeface="Times New Roman" panose="02020603050405020304" pitchFamily="18" charset="0"/>
                <a:cs typeface="Times New Roman" panose="02020603050405020304" pitchFamily="18" charset="0"/>
              </a:rPr>
              <a:t>REFERENCES:</a:t>
            </a:r>
          </a:p>
        </p:txBody>
      </p:sp>
      <p:sp>
        <p:nvSpPr>
          <p:cNvPr id="4" name="Slide Number Placeholder 3"/>
          <p:cNvSpPr>
            <a:spLocks noGrp="1"/>
          </p:cNvSpPr>
          <p:nvPr>
            <p:ph type="sldNum" sz="quarter" idx="12"/>
          </p:nvPr>
        </p:nvSpPr>
        <p:spPr>
          <a:xfrm>
            <a:off x="9249475" y="6492875"/>
            <a:ext cx="2743200" cy="365125"/>
          </a:xfrm>
        </p:spPr>
        <p:txBody>
          <a:bodyPr/>
          <a:lstStyle/>
          <a:p>
            <a:fld id="{BF9B0C66-B14C-4D60-A7A3-F9A126A65560}" type="slidenum">
              <a:rPr lang="en-IN" smtClean="0"/>
              <a:t>16</a:t>
            </a:fld>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val="3854687801"/>
              </p:ext>
            </p:extLst>
          </p:nvPr>
        </p:nvGraphicFramePr>
        <p:xfrm>
          <a:off x="92224" y="399133"/>
          <a:ext cx="11900451" cy="7160361"/>
        </p:xfrm>
        <a:graphic>
          <a:graphicData uri="http://schemas.openxmlformats.org/drawingml/2006/table">
            <a:tbl>
              <a:tblPr firstRow="1" firstCol="1" bandRow="1">
                <a:tableStyleId>{2D5ABB26-0587-4C30-8999-92F81FD0307C}</a:tableStyleId>
              </a:tblPr>
              <a:tblGrid>
                <a:gridCol w="757684">
                  <a:extLst>
                    <a:ext uri="{9D8B030D-6E8A-4147-A177-3AD203B41FA5}">
                      <a16:colId xmlns:a16="http://schemas.microsoft.com/office/drawing/2014/main" val="1658932792"/>
                    </a:ext>
                  </a:extLst>
                </a:gridCol>
                <a:gridCol w="11142767">
                  <a:extLst>
                    <a:ext uri="{9D8B030D-6E8A-4147-A177-3AD203B41FA5}">
                      <a16:colId xmlns:a16="http://schemas.microsoft.com/office/drawing/2014/main" val="3107855005"/>
                    </a:ext>
                  </a:extLst>
                </a:gridCol>
              </a:tblGrid>
              <a:tr h="1142847">
                <a:tc>
                  <a:txBody>
                    <a:bodyPr/>
                    <a:lstStyle/>
                    <a:p>
                      <a:pPr algn="just">
                        <a:lnSpc>
                          <a:spcPct val="150000"/>
                        </a:lnSpc>
                        <a:spcAft>
                          <a:spcPts val="960"/>
                        </a:spcAft>
                      </a:pPr>
                      <a:r>
                        <a:rPr lang="en-IN" sz="2400" dirty="0">
                          <a:effectLst/>
                          <a:latin typeface="Times New Roman" panose="02020603050405020304" pitchFamily="18" charset="0"/>
                          <a:cs typeface="Times New Roman" panose="02020603050405020304" pitchFamily="18" charset="0"/>
                        </a:rPr>
                        <a:t>[1]</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0" marR="45750" marT="0" marB="0"/>
                </a:tc>
                <a:tc>
                  <a:txBody>
                    <a:bodyPr/>
                    <a:lstStyle/>
                    <a:p>
                      <a:pPr algn="just">
                        <a:lnSpc>
                          <a:spcPct val="150000"/>
                        </a:lnSpc>
                        <a:spcAft>
                          <a:spcPts val="150"/>
                        </a:spcAft>
                      </a:pPr>
                      <a:r>
                        <a:rPr lang="en-US" sz="2400" dirty="0">
                          <a:latin typeface="Times New Roman" panose="02020603050405020304" pitchFamily="18" charset="0"/>
                          <a:cs typeface="Times New Roman" panose="02020603050405020304" pitchFamily="18" charset="0"/>
                        </a:rPr>
                        <a:t>Nieuwenhuis, P., </a:t>
                      </a:r>
                      <a:r>
                        <a:rPr lang="en-US" sz="2400" dirty="0" err="1">
                          <a:latin typeface="Times New Roman" panose="02020603050405020304" pitchFamily="18" charset="0"/>
                          <a:cs typeface="Times New Roman" panose="02020603050405020304" pitchFamily="18" charset="0"/>
                        </a:rPr>
                        <a:t>Cipcigan</a:t>
                      </a:r>
                      <a:r>
                        <a:rPr lang="en-US" sz="2400" dirty="0">
                          <a:latin typeface="Times New Roman" panose="02020603050405020304" pitchFamily="18" charset="0"/>
                          <a:cs typeface="Times New Roman" panose="02020603050405020304" pitchFamily="18" charset="0"/>
                        </a:rPr>
                        <a:t>, L., &amp; Sonder, H. B. (2024). “The Electric Vehicle Revolution.” Future Energy: Improved, Sustainable and Clean Options for Our Planet, 227–243. </a:t>
                      </a:r>
                      <a:r>
                        <a:rPr lang="en-US" sz="2400" dirty="0" err="1">
                          <a:latin typeface="Times New Roman" panose="02020603050405020304" pitchFamily="18" charset="0"/>
                          <a:cs typeface="Times New Roman" panose="02020603050405020304" pitchFamily="18" charset="0"/>
                        </a:rPr>
                        <a:t>doi</a:t>
                      </a:r>
                      <a:r>
                        <a:rPr lang="en-US" sz="2400" dirty="0">
                          <a:latin typeface="Times New Roman" panose="02020603050405020304" pitchFamily="18" charset="0"/>
                          <a:cs typeface="Times New Roman" panose="02020603050405020304" pitchFamily="18" charset="0"/>
                        </a:rPr>
                        <a:t>: 10.1016/B978-0-08-102886-5.00011.</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50" marR="45750" marT="0" marB="0"/>
                </a:tc>
                <a:extLst>
                  <a:ext uri="{0D108BD9-81ED-4DB2-BD59-A6C34878D82A}">
                    <a16:rowId xmlns:a16="http://schemas.microsoft.com/office/drawing/2014/main" val="3879007331"/>
                  </a:ext>
                </a:extLst>
              </a:tr>
              <a:tr h="1142847">
                <a:tc>
                  <a:txBody>
                    <a:bodyPr/>
                    <a:lstStyle/>
                    <a:p>
                      <a:pPr algn="just">
                        <a:lnSpc>
                          <a:spcPct val="150000"/>
                        </a:lnSpc>
                        <a:spcAft>
                          <a:spcPts val="960"/>
                        </a:spcAft>
                      </a:pPr>
                      <a:r>
                        <a:rPr lang="en-IN" sz="2400" dirty="0">
                          <a:effectLst/>
                          <a:latin typeface="Times New Roman" panose="02020603050405020304" pitchFamily="18" charset="0"/>
                          <a:cs typeface="Times New Roman" panose="02020603050405020304" pitchFamily="18" charset="0"/>
                        </a:rPr>
                        <a:t>[2]</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0" marR="45750" marT="0" marB="0"/>
                </a:tc>
                <a:tc>
                  <a:txBody>
                    <a:bodyPr/>
                    <a:lstStyle/>
                    <a:p>
                      <a:pPr algn="just">
                        <a:lnSpc>
                          <a:spcPct val="150000"/>
                        </a:lnSpc>
                        <a:spcAft>
                          <a:spcPts val="150"/>
                        </a:spcAft>
                      </a:pPr>
                      <a:r>
                        <a:rPr lang="en-US" sz="2400" dirty="0">
                          <a:latin typeface="Times New Roman" panose="02020603050405020304" pitchFamily="18" charset="0"/>
                          <a:cs typeface="Times New Roman" panose="02020603050405020304" pitchFamily="18" charset="0"/>
                        </a:rPr>
                        <a:t>J. Millán, P. </a:t>
                      </a:r>
                      <a:r>
                        <a:rPr lang="en-US" sz="2400" dirty="0" err="1">
                          <a:latin typeface="Times New Roman" panose="02020603050405020304" pitchFamily="18" charset="0"/>
                          <a:cs typeface="Times New Roman" panose="02020603050405020304" pitchFamily="18" charset="0"/>
                        </a:rPr>
                        <a:t>Godignon</a:t>
                      </a:r>
                      <a:r>
                        <a:rPr lang="en-US" sz="2400" dirty="0">
                          <a:latin typeface="Times New Roman" panose="02020603050405020304" pitchFamily="18" charset="0"/>
                          <a:cs typeface="Times New Roman" panose="02020603050405020304" pitchFamily="18" charset="0"/>
                        </a:rPr>
                        <a:t>, X. </a:t>
                      </a:r>
                      <a:r>
                        <a:rPr lang="en-US" sz="2400" dirty="0" err="1">
                          <a:latin typeface="Times New Roman" panose="02020603050405020304" pitchFamily="18" charset="0"/>
                          <a:cs typeface="Times New Roman" panose="02020603050405020304" pitchFamily="18" charset="0"/>
                        </a:rPr>
                        <a:t>Perpiñà</a:t>
                      </a:r>
                      <a:r>
                        <a:rPr lang="en-US" sz="2400" dirty="0">
                          <a:latin typeface="Times New Roman" panose="02020603050405020304" pitchFamily="18" charset="0"/>
                          <a:cs typeface="Times New Roman" panose="02020603050405020304" pitchFamily="18" charset="0"/>
                        </a:rPr>
                        <a:t>, A. Pérez-Tomás and J. Rebollo, (2024) “A Survey of Wide Bandgap Power Semiconductor Devices,” in IEEE Transactions on Power Electronics, vol. 29, no. 5, pp. 2155-2163, </a:t>
                      </a:r>
                      <a:r>
                        <a:rPr lang="en-US" sz="2400" dirty="0" err="1">
                          <a:latin typeface="Times New Roman" panose="02020603050405020304" pitchFamily="18" charset="0"/>
                          <a:cs typeface="Times New Roman" panose="02020603050405020304" pitchFamily="18" charset="0"/>
                        </a:rPr>
                        <a:t>doi</a:t>
                      </a:r>
                      <a:r>
                        <a:rPr lang="en-US" sz="2400" dirty="0">
                          <a:latin typeface="Times New Roman" panose="02020603050405020304" pitchFamily="18" charset="0"/>
                          <a:cs typeface="Times New Roman" panose="02020603050405020304" pitchFamily="18" charset="0"/>
                        </a:rPr>
                        <a:t>: 10.1109/TPEL.2013.2268900.</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50" marR="45750" marT="0" marB="0"/>
                </a:tc>
                <a:extLst>
                  <a:ext uri="{0D108BD9-81ED-4DB2-BD59-A6C34878D82A}">
                    <a16:rowId xmlns:a16="http://schemas.microsoft.com/office/drawing/2014/main" val="3204131311"/>
                  </a:ext>
                </a:extLst>
              </a:tr>
              <a:tr h="1714271">
                <a:tc>
                  <a:txBody>
                    <a:bodyPr/>
                    <a:lstStyle/>
                    <a:p>
                      <a:pPr algn="just">
                        <a:lnSpc>
                          <a:spcPct val="150000"/>
                        </a:lnSpc>
                        <a:spcAft>
                          <a:spcPts val="960"/>
                        </a:spcAft>
                      </a:pPr>
                      <a:r>
                        <a:rPr lang="en-IN" sz="2400">
                          <a:effectLst/>
                          <a:latin typeface="Times New Roman" panose="02020603050405020304" pitchFamily="18" charset="0"/>
                          <a:cs typeface="Times New Roman" panose="02020603050405020304" pitchFamily="18" charset="0"/>
                        </a:rPr>
                        <a:t>[3]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0" marR="45750" marT="0" marB="0"/>
                </a:tc>
                <a:tc>
                  <a:txBody>
                    <a:bodyPr/>
                    <a:lstStyle/>
                    <a:p>
                      <a:pPr algn="just">
                        <a:lnSpc>
                          <a:spcPct val="150000"/>
                        </a:lnSpc>
                        <a:spcAft>
                          <a:spcPts val="150"/>
                        </a:spcAft>
                      </a:pPr>
                      <a:r>
                        <a:rPr lang="en-US" sz="2400" dirty="0">
                          <a:latin typeface="Times New Roman" panose="02020603050405020304" pitchFamily="18" charset="0"/>
                          <a:cs typeface="Times New Roman" panose="02020603050405020304" pitchFamily="18" charset="0"/>
                        </a:rPr>
                        <a:t>Kumar, K., </a:t>
                      </a:r>
                      <a:r>
                        <a:rPr lang="en-US" sz="2400" dirty="0" err="1">
                          <a:latin typeface="Times New Roman" panose="02020603050405020304" pitchFamily="18" charset="0"/>
                          <a:cs typeface="Times New Roman" panose="02020603050405020304" pitchFamily="18" charset="0"/>
                        </a:rPr>
                        <a:t>Bertoluzzo</a:t>
                      </a:r>
                      <a:r>
                        <a:rPr lang="en-US" sz="2400" dirty="0">
                          <a:latin typeface="Times New Roman" panose="02020603050405020304" pitchFamily="18" charset="0"/>
                          <a:cs typeface="Times New Roman" panose="02020603050405020304" pitchFamily="18" charset="0"/>
                        </a:rPr>
                        <a:t>, M., Buja, G., &amp; Ortenzi, F. (2023). Quantitative Analysis of Efficiency Improvement of a Propulsion Drive by Using </a:t>
                      </a:r>
                      <a:r>
                        <a:rPr lang="en-US" sz="2400" dirty="0" err="1">
                          <a:latin typeface="Times New Roman" panose="02020603050405020304" pitchFamily="18" charset="0"/>
                          <a:cs typeface="Times New Roman" panose="02020603050405020304" pitchFamily="18" charset="0"/>
                        </a:rPr>
                        <a:t>SiC</a:t>
                      </a:r>
                      <a:r>
                        <a:rPr lang="en-US" sz="2400" dirty="0">
                          <a:latin typeface="Times New Roman" panose="02020603050405020304" pitchFamily="18" charset="0"/>
                          <a:cs typeface="Times New Roman" panose="02020603050405020304" pitchFamily="18" charset="0"/>
                        </a:rPr>
                        <a:t> Devices: A Case of Study. Advances in Power Electronics, 2017, </a:t>
                      </a:r>
                      <a:r>
                        <a:rPr lang="en-US" sz="2400" dirty="0" err="1">
                          <a:latin typeface="Times New Roman" panose="02020603050405020304" pitchFamily="18" charset="0"/>
                          <a:cs typeface="Times New Roman" panose="02020603050405020304" pitchFamily="18" charset="0"/>
                        </a:rPr>
                        <a:t>doi</a:t>
                      </a:r>
                      <a:r>
                        <a:rPr lang="en-US" sz="2400" dirty="0">
                          <a:latin typeface="Times New Roman" panose="02020603050405020304" pitchFamily="18" charset="0"/>
                          <a:cs typeface="Times New Roman" panose="02020603050405020304" pitchFamily="18" charset="0"/>
                        </a:rPr>
                        <a:t>: 10.1155/2017/9149472.</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50" marR="45750" marT="0" marB="0"/>
                </a:tc>
                <a:extLst>
                  <a:ext uri="{0D108BD9-81ED-4DB2-BD59-A6C34878D82A}">
                    <a16:rowId xmlns:a16="http://schemas.microsoft.com/office/drawing/2014/main" val="1697206900"/>
                  </a:ext>
                </a:extLst>
              </a:tr>
              <a:tr h="1142847">
                <a:tc>
                  <a:txBody>
                    <a:bodyPr/>
                    <a:lstStyle/>
                    <a:p>
                      <a:pPr algn="just">
                        <a:lnSpc>
                          <a:spcPct val="150000"/>
                        </a:lnSpc>
                        <a:spcAft>
                          <a:spcPts val="960"/>
                        </a:spcAft>
                      </a:pPr>
                      <a:r>
                        <a:rPr lang="en-IN" sz="2400" dirty="0">
                          <a:effectLst/>
                          <a:latin typeface="Times New Roman" panose="02020603050405020304" pitchFamily="18" charset="0"/>
                          <a:cs typeface="Times New Roman" panose="02020603050405020304" pitchFamily="18" charset="0"/>
                        </a:rPr>
                        <a:t>[4]</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0" marR="45750" marT="0" marB="0"/>
                </a:tc>
                <a:tc>
                  <a:txBody>
                    <a:bodyPr/>
                    <a:lstStyle/>
                    <a:p>
                      <a:pPr algn="just">
                        <a:lnSpc>
                          <a:spcPct val="150000"/>
                        </a:lnSpc>
                        <a:spcAft>
                          <a:spcPts val="960"/>
                        </a:spcAft>
                      </a:pPr>
                      <a:r>
                        <a:rPr lang="en-US" sz="2400" dirty="0">
                          <a:latin typeface="Times New Roman" panose="02020603050405020304" pitchFamily="18" charset="0"/>
                          <a:cs typeface="Times New Roman" panose="02020603050405020304" pitchFamily="18" charset="0"/>
                        </a:rPr>
                        <a:t>Wide Bandgap Semiconductor Technologies Millán et al. (2024), in their influential survey published in IEEE Transactions on Power Electronics,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0" marR="45750" marT="0" marB="0"/>
                </a:tc>
                <a:extLst>
                  <a:ext uri="{0D108BD9-81ED-4DB2-BD59-A6C34878D82A}">
                    <a16:rowId xmlns:a16="http://schemas.microsoft.com/office/drawing/2014/main" val="3051425797"/>
                  </a:ext>
                </a:extLst>
              </a:tr>
              <a:tr h="1142847">
                <a:tc>
                  <a:txBody>
                    <a:bodyPr/>
                    <a:lstStyle/>
                    <a:p>
                      <a:pPr algn="just">
                        <a:lnSpc>
                          <a:spcPct val="150000"/>
                        </a:lnSpc>
                        <a:spcAft>
                          <a:spcPts val="960"/>
                        </a:spcAf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0" marR="45750" marT="0" marB="0"/>
                </a:tc>
                <a:tc>
                  <a:txBody>
                    <a:bodyPr/>
                    <a:lstStyle/>
                    <a:p>
                      <a:pPr algn="just">
                        <a:lnSpc>
                          <a:spcPct val="150000"/>
                        </a:lnSpc>
                        <a:spcAft>
                          <a:spcPts val="960"/>
                        </a:spcAf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0" marR="45750" marT="0" marB="0"/>
                </a:tc>
                <a:extLst>
                  <a:ext uri="{0D108BD9-81ED-4DB2-BD59-A6C34878D82A}">
                    <a16:rowId xmlns:a16="http://schemas.microsoft.com/office/drawing/2014/main" val="2804866214"/>
                  </a:ext>
                </a:extLst>
              </a:tr>
            </a:tbl>
          </a:graphicData>
        </a:graphic>
      </p:graphicFrame>
      <p:sp>
        <p:nvSpPr>
          <p:cNvPr id="9" name="Footer Placeholder 7"/>
          <p:cNvSpPr>
            <a:spLocks noGrp="1"/>
          </p:cNvSpPr>
          <p:nvPr>
            <p:ph type="ftr" sz="quarter" idx="11"/>
          </p:nvPr>
        </p:nvSpPr>
        <p:spPr>
          <a:xfrm>
            <a:off x="459945" y="6547192"/>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11" name="Straight Connector 10"/>
          <p:cNvCxnSpPr/>
          <p:nvPr/>
        </p:nvCxnSpPr>
        <p:spPr>
          <a:xfrm>
            <a:off x="180331" y="6547192"/>
            <a:ext cx="11812344"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88067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06240" y="2761488"/>
            <a:ext cx="4910328"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THANK</a:t>
            </a:r>
            <a:r>
              <a:rPr lang="en-US" sz="4400" b="1" dirty="0">
                <a:solidFill>
                  <a:schemeClr val="accent1">
                    <a:lumMod val="75000"/>
                  </a:schemeClr>
                </a:solidFill>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YOU</a:t>
            </a:r>
            <a:endParaRPr lang="en-IN" sz="44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9299713" y="6356348"/>
            <a:ext cx="2743200" cy="365125"/>
          </a:xfrm>
        </p:spPr>
        <p:txBody>
          <a:bodyPr/>
          <a:lstStyle/>
          <a:p>
            <a:fld id="{BF9B0C66-B14C-4D60-A7A3-F9A126A65560}" type="slidenum">
              <a:rPr lang="en-IN" smtClean="0"/>
              <a:t>17</a:t>
            </a:fld>
            <a:endParaRPr lang="en-IN" dirty="0"/>
          </a:p>
        </p:txBody>
      </p:sp>
      <p:sp>
        <p:nvSpPr>
          <p:cNvPr id="6" name="Footer Placeholder 7"/>
          <p:cNvSpPr>
            <a:spLocks noGrp="1"/>
          </p:cNvSpPr>
          <p:nvPr>
            <p:ph type="ftr" sz="quarter" idx="11"/>
          </p:nvPr>
        </p:nvSpPr>
        <p:spPr>
          <a:xfrm>
            <a:off x="344556" y="6356348"/>
            <a:ext cx="11165007" cy="365125"/>
          </a:xfrm>
        </p:spPr>
        <p:txBody>
          <a:bodyPr/>
          <a:lstStyle/>
          <a:p>
            <a:r>
              <a:rPr lang="en-IN" dirty="0">
                <a:latin typeface="Times New Roman" panose="02020603050405020304" pitchFamily="18" charset="0"/>
                <a:cs typeface="Times New Roman" panose="02020603050405020304" pitchFamily="18" charset="0"/>
              </a:rPr>
              <a:t>EEE DEPT SDMCET                                                                                                                       Wide Bandgap Gallium Nitride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Based DC-DC Converter model</a:t>
            </a:r>
          </a:p>
        </p:txBody>
      </p:sp>
      <p:cxnSp>
        <p:nvCxnSpPr>
          <p:cNvPr id="7" name="Straight Connector 6"/>
          <p:cNvCxnSpPr/>
          <p:nvPr/>
        </p:nvCxnSpPr>
        <p:spPr>
          <a:xfrm>
            <a:off x="162967" y="6349715"/>
            <a:ext cx="117242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0349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3530</TotalTime>
  <Words>845</Words>
  <Application>Microsoft Office PowerPoint</Application>
  <PresentationFormat>Widescreen</PresentationFormat>
  <Paragraphs>98</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Ram Patil</cp:lastModifiedBy>
  <cp:revision>174</cp:revision>
  <dcterms:created xsi:type="dcterms:W3CDTF">2023-10-20T09:58:05Z</dcterms:created>
  <dcterms:modified xsi:type="dcterms:W3CDTF">2025-11-27T16:44:45Z</dcterms:modified>
</cp:coreProperties>
</file>